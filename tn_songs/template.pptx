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849" r:id="rId2"/>
    <p:sldId id="850" r:id="rId3"/>
    <p:sldId id="859" r:id="rId4"/>
    <p:sldId id="852" r:id="rId5"/>
    <p:sldId id="853" r:id="rId6"/>
    <p:sldId id="854" r:id="rId7"/>
    <p:sldId id="855" r:id="rId8"/>
    <p:sldId id="860" r:id="rId9"/>
    <p:sldId id="857" r:id="rId10"/>
    <p:sldId id="858" r:id="rId11"/>
    <p:sldId id="86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55B79A-B3AC-4139-81FA-0976DC779D4C}" v="6" dt="2026-09-05T04:44:06.1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48" d="100"/>
          <a:sy n="148" d="100"/>
        </p:scale>
        <p:origin x="70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dia HIF" userId="977f8cc550842088" providerId="LiveId" clId="{6BF12C0F-72A2-402E-8A30-135A7370A75E}"/>
    <pc:docChg chg="custSel addSld delSld modSld sldOrd addMainMaster delMainMaster">
      <pc:chgData name="Media HIF" userId="977f8cc550842088" providerId="LiveId" clId="{6BF12C0F-72A2-402E-8A30-135A7370A75E}" dt="2026-09-05T05:07:20.885" v="123" actId="20577"/>
      <pc:docMkLst>
        <pc:docMk/>
      </pc:docMkLst>
      <pc:sldChg chg="del">
        <pc:chgData name="Media HIF" userId="977f8cc550842088" providerId="LiveId" clId="{6BF12C0F-72A2-402E-8A30-135A7370A75E}" dt="2026-09-05T04:46:50.902" v="1"/>
        <pc:sldMkLst>
          <pc:docMk/>
          <pc:sldMk cId="375305838" sldId="825"/>
        </pc:sldMkLst>
      </pc:sldChg>
      <pc:sldChg chg="addSp modSp del mod modClrScheme chgLayout">
        <pc:chgData name="Media HIF" userId="977f8cc550842088" providerId="LiveId" clId="{6BF12C0F-72A2-402E-8A30-135A7370A75E}" dt="2026-09-05T04:47:50.719" v="18"/>
        <pc:sldMkLst>
          <pc:docMk/>
          <pc:sldMk cId="1253191808" sldId="826"/>
        </pc:sldMkLst>
        <pc:spChg chg="add mod ord">
          <ac:chgData name="Media HIF" userId="977f8cc550842088" providerId="LiveId" clId="{6BF12C0F-72A2-402E-8A30-135A7370A75E}" dt="2026-09-05T04:46:51.483" v="2"/>
          <ac:spMkLst>
            <pc:docMk/>
            <pc:sldMk cId="1253191808" sldId="826"/>
            <ac:spMk id="2" creationId="{F3D29272-AC5F-73A1-A3B4-08DCAF038B8C}"/>
          </ac:spMkLst>
        </pc:spChg>
        <pc:spChg chg="mod ord">
          <ac:chgData name="Media HIF" userId="977f8cc550842088" providerId="LiveId" clId="{6BF12C0F-72A2-402E-8A30-135A7370A75E}" dt="2026-09-05T04:46:51.483" v="2"/>
          <ac:spMkLst>
            <pc:docMk/>
            <pc:sldMk cId="1253191808" sldId="826"/>
            <ac:spMk id="4098" creationId="{C7BFBCA3-CEF2-6537-844B-DA73E33D07E4}"/>
          </ac:spMkLst>
        </pc:spChg>
      </pc:sldChg>
      <pc:sldChg chg="addSp modSp del mod modClrScheme chgLayout">
        <pc:chgData name="Media HIF" userId="977f8cc550842088" providerId="LiveId" clId="{6BF12C0F-72A2-402E-8A30-135A7370A75E}" dt="2026-09-05T04:48:41.389" v="23"/>
        <pc:sldMkLst>
          <pc:docMk/>
          <pc:sldMk cId="1225785325" sldId="827"/>
        </pc:sldMkLst>
        <pc:spChg chg="add mod ord">
          <ac:chgData name="Media HIF" userId="977f8cc550842088" providerId="LiveId" clId="{6BF12C0F-72A2-402E-8A30-135A7370A75E}" dt="2026-09-05T04:46:51.486" v="4"/>
          <ac:spMkLst>
            <pc:docMk/>
            <pc:sldMk cId="1225785325" sldId="827"/>
            <ac:spMk id="2" creationId="{256E5C36-CD8A-C23D-0BFB-07531226CA80}"/>
          </ac:spMkLst>
        </pc:spChg>
        <pc:spChg chg="mod ord">
          <ac:chgData name="Media HIF" userId="977f8cc550842088" providerId="LiveId" clId="{6BF12C0F-72A2-402E-8A30-135A7370A75E}" dt="2026-09-05T04:46:51.486" v="4"/>
          <ac:spMkLst>
            <pc:docMk/>
            <pc:sldMk cId="1225785325" sldId="827"/>
            <ac:spMk id="4098" creationId="{45782087-E0E2-E58A-F594-43FA02253ADA}"/>
          </ac:spMkLst>
        </pc:spChg>
      </pc:sldChg>
      <pc:sldChg chg="addSp modSp del mod modClrScheme chgLayout">
        <pc:chgData name="Media HIF" userId="977f8cc550842088" providerId="LiveId" clId="{6BF12C0F-72A2-402E-8A30-135A7370A75E}" dt="2026-09-05T04:48:23.972" v="21"/>
        <pc:sldMkLst>
          <pc:docMk/>
          <pc:sldMk cId="3296977494" sldId="831"/>
        </pc:sldMkLst>
        <pc:spChg chg="add mod ord">
          <ac:chgData name="Media HIF" userId="977f8cc550842088" providerId="LiveId" clId="{6BF12C0F-72A2-402E-8A30-135A7370A75E}" dt="2026-09-05T04:46:51.486" v="3"/>
          <ac:spMkLst>
            <pc:docMk/>
            <pc:sldMk cId="3296977494" sldId="831"/>
            <ac:spMk id="2" creationId="{17AEBF13-5EFF-AECF-F595-17CE6312DB1F}"/>
          </ac:spMkLst>
        </pc:spChg>
        <pc:spChg chg="add mod ord">
          <ac:chgData name="Media HIF" userId="977f8cc550842088" providerId="LiveId" clId="{6BF12C0F-72A2-402E-8A30-135A7370A75E}" dt="2026-09-05T04:46:51.486" v="3"/>
          <ac:spMkLst>
            <pc:docMk/>
            <pc:sldMk cId="3296977494" sldId="831"/>
            <ac:spMk id="3" creationId="{C82E2D03-4C09-67BA-82CC-75BBCC9F5EA3}"/>
          </ac:spMkLst>
        </pc:spChg>
      </pc:sldChg>
      <pc:sldChg chg="addSp modSp del mod modClrScheme chgLayout">
        <pc:chgData name="Media HIF" userId="977f8cc550842088" providerId="LiveId" clId="{6BF12C0F-72A2-402E-8A30-135A7370A75E}" dt="2026-09-05T04:49:17.005" v="28"/>
        <pc:sldMkLst>
          <pc:docMk/>
          <pc:sldMk cId="1756996267" sldId="832"/>
        </pc:sldMkLst>
        <pc:spChg chg="add mod ord">
          <ac:chgData name="Media HIF" userId="977f8cc550842088" providerId="LiveId" clId="{6BF12C0F-72A2-402E-8A30-135A7370A75E}" dt="2026-09-05T04:46:51.497" v="6"/>
          <ac:spMkLst>
            <pc:docMk/>
            <pc:sldMk cId="1756996267" sldId="832"/>
            <ac:spMk id="2" creationId="{6261E027-2B4A-A5CA-2222-D5928FD8357D}"/>
          </ac:spMkLst>
        </pc:spChg>
        <pc:spChg chg="mod ord">
          <ac:chgData name="Media HIF" userId="977f8cc550842088" providerId="LiveId" clId="{6BF12C0F-72A2-402E-8A30-135A7370A75E}" dt="2026-09-05T04:46:51.497" v="6"/>
          <ac:spMkLst>
            <pc:docMk/>
            <pc:sldMk cId="1756996267" sldId="832"/>
            <ac:spMk id="4098" creationId="{CEEE55F8-6B4D-A8CC-A727-A273F2413681}"/>
          </ac:spMkLst>
        </pc:spChg>
      </pc:sldChg>
      <pc:sldChg chg="addSp modSp del mod modClrScheme chgLayout">
        <pc:chgData name="Media HIF" userId="977f8cc550842088" providerId="LiveId" clId="{6BF12C0F-72A2-402E-8A30-135A7370A75E}" dt="2026-09-05T04:48:59.113" v="25"/>
        <pc:sldMkLst>
          <pc:docMk/>
          <pc:sldMk cId="3873092598" sldId="833"/>
        </pc:sldMkLst>
        <pc:spChg chg="add mod ord">
          <ac:chgData name="Media HIF" userId="977f8cc550842088" providerId="LiveId" clId="{6BF12C0F-72A2-402E-8A30-135A7370A75E}" dt="2026-09-05T04:46:51.486" v="5"/>
          <ac:spMkLst>
            <pc:docMk/>
            <pc:sldMk cId="3873092598" sldId="833"/>
            <ac:spMk id="2" creationId="{5DC13C9B-2DA5-0195-A41B-CACB3916ADC3}"/>
          </ac:spMkLst>
        </pc:spChg>
        <pc:spChg chg="mod ord">
          <ac:chgData name="Media HIF" userId="977f8cc550842088" providerId="LiveId" clId="{6BF12C0F-72A2-402E-8A30-135A7370A75E}" dt="2026-09-05T04:46:51.486" v="5"/>
          <ac:spMkLst>
            <pc:docMk/>
            <pc:sldMk cId="3873092598" sldId="833"/>
            <ac:spMk id="4098" creationId="{9FAA2F90-300A-19D8-29E3-BFF06E69CC51}"/>
          </ac:spMkLst>
        </pc:spChg>
      </pc:sldChg>
      <pc:sldChg chg="addSp modSp del mod modClrScheme chgLayout">
        <pc:chgData name="Media HIF" userId="977f8cc550842088" providerId="LiveId" clId="{6BF12C0F-72A2-402E-8A30-135A7370A75E}" dt="2026-09-05T04:49:34.526" v="30"/>
        <pc:sldMkLst>
          <pc:docMk/>
          <pc:sldMk cId="2459931046" sldId="834"/>
        </pc:sldMkLst>
        <pc:spChg chg="add mod ord">
          <ac:chgData name="Media HIF" userId="977f8cc550842088" providerId="LiveId" clId="{6BF12C0F-72A2-402E-8A30-135A7370A75E}" dt="2026-09-05T04:46:51.497" v="7"/>
          <ac:spMkLst>
            <pc:docMk/>
            <pc:sldMk cId="2459931046" sldId="834"/>
            <ac:spMk id="2" creationId="{48858526-F7AE-9329-4A7E-8F3364134938}"/>
          </ac:spMkLst>
        </pc:spChg>
        <pc:spChg chg="mod ord">
          <ac:chgData name="Media HIF" userId="977f8cc550842088" providerId="LiveId" clId="{6BF12C0F-72A2-402E-8A30-135A7370A75E}" dt="2026-09-05T04:46:51.497" v="7"/>
          <ac:spMkLst>
            <pc:docMk/>
            <pc:sldMk cId="2459931046" sldId="834"/>
            <ac:spMk id="4098" creationId="{554C1680-1873-E263-AA75-FF7EF0ED3F9B}"/>
          </ac:spMkLst>
        </pc:spChg>
      </pc:sldChg>
      <pc:sldChg chg="addSp modSp del mod modClrScheme chgLayout">
        <pc:chgData name="Media HIF" userId="977f8cc550842088" providerId="LiveId" clId="{6BF12C0F-72A2-402E-8A30-135A7370A75E}" dt="2026-09-05T04:49:51.902" v="32"/>
        <pc:sldMkLst>
          <pc:docMk/>
          <pc:sldMk cId="1131623508" sldId="835"/>
        </pc:sldMkLst>
        <pc:spChg chg="add mod ord">
          <ac:chgData name="Media HIF" userId="977f8cc550842088" providerId="LiveId" clId="{6BF12C0F-72A2-402E-8A30-135A7370A75E}" dt="2026-09-05T04:46:51.497" v="8"/>
          <ac:spMkLst>
            <pc:docMk/>
            <pc:sldMk cId="1131623508" sldId="835"/>
            <ac:spMk id="2" creationId="{0E85A5F8-0B92-A737-47B6-A1FABFB24B81}"/>
          </ac:spMkLst>
        </pc:spChg>
        <pc:spChg chg="add mod ord">
          <ac:chgData name="Media HIF" userId="977f8cc550842088" providerId="LiveId" clId="{6BF12C0F-72A2-402E-8A30-135A7370A75E}" dt="2026-09-05T04:46:51.497" v="8"/>
          <ac:spMkLst>
            <pc:docMk/>
            <pc:sldMk cId="1131623508" sldId="835"/>
            <ac:spMk id="3" creationId="{42ABC6A6-F882-EBBC-1FDA-42BA70C4FAA7}"/>
          </ac:spMkLst>
        </pc:spChg>
      </pc:sldChg>
      <pc:sldChg chg="addSp modSp del mod modClrScheme chgLayout">
        <pc:chgData name="Media HIF" userId="977f8cc550842088" providerId="LiveId" clId="{6BF12C0F-72A2-402E-8A30-135A7370A75E}" dt="2026-09-05T04:50:09.099" v="34"/>
        <pc:sldMkLst>
          <pc:docMk/>
          <pc:sldMk cId="1425727295" sldId="836"/>
        </pc:sldMkLst>
        <pc:spChg chg="add mod ord">
          <ac:chgData name="Media HIF" userId="977f8cc550842088" providerId="LiveId" clId="{6BF12C0F-72A2-402E-8A30-135A7370A75E}" dt="2026-09-05T04:46:51.497" v="9"/>
          <ac:spMkLst>
            <pc:docMk/>
            <pc:sldMk cId="1425727295" sldId="836"/>
            <ac:spMk id="2" creationId="{71E4245F-543A-FB08-25BD-0C56B08D80F6}"/>
          </ac:spMkLst>
        </pc:spChg>
        <pc:spChg chg="mod ord">
          <ac:chgData name="Media HIF" userId="977f8cc550842088" providerId="LiveId" clId="{6BF12C0F-72A2-402E-8A30-135A7370A75E}" dt="2026-09-05T04:46:51.497" v="9"/>
          <ac:spMkLst>
            <pc:docMk/>
            <pc:sldMk cId="1425727295" sldId="836"/>
            <ac:spMk id="4098" creationId="{2FFA44D7-D33C-A036-BF77-97A7FA003C67}"/>
          </ac:spMkLst>
        </pc:spChg>
      </pc:sldChg>
      <pc:sldChg chg="addSp modSp del mod modClrScheme chgLayout">
        <pc:chgData name="Media HIF" userId="977f8cc550842088" providerId="LiveId" clId="{6BF12C0F-72A2-402E-8A30-135A7370A75E}" dt="2026-09-05T04:50:26.564" v="36"/>
        <pc:sldMkLst>
          <pc:docMk/>
          <pc:sldMk cId="1663226839" sldId="837"/>
        </pc:sldMkLst>
        <pc:spChg chg="add mod ord">
          <ac:chgData name="Media HIF" userId="977f8cc550842088" providerId="LiveId" clId="{6BF12C0F-72A2-402E-8A30-135A7370A75E}" dt="2026-09-05T04:46:51.510" v="10"/>
          <ac:spMkLst>
            <pc:docMk/>
            <pc:sldMk cId="1663226839" sldId="837"/>
            <ac:spMk id="2" creationId="{B083EF0C-FFE0-C307-9572-AE8D73E443BD}"/>
          </ac:spMkLst>
        </pc:spChg>
        <pc:spChg chg="mod ord">
          <ac:chgData name="Media HIF" userId="977f8cc550842088" providerId="LiveId" clId="{6BF12C0F-72A2-402E-8A30-135A7370A75E}" dt="2026-09-05T04:46:51.510" v="10"/>
          <ac:spMkLst>
            <pc:docMk/>
            <pc:sldMk cId="1663226839" sldId="837"/>
            <ac:spMk id="4098" creationId="{DDD09F2D-AD54-C6E2-BCF9-959FCFA961F5}"/>
          </ac:spMkLst>
        </pc:spChg>
      </pc:sldChg>
      <pc:sldChg chg="add del">
        <pc:chgData name="Media HIF" userId="977f8cc550842088" providerId="LiveId" clId="{6BF12C0F-72A2-402E-8A30-135A7370A75E}" dt="2026-09-05T04:47:11.448" v="14"/>
        <pc:sldMkLst>
          <pc:docMk/>
          <pc:sldMk cId="53307609" sldId="838"/>
        </pc:sldMkLst>
      </pc:sldChg>
      <pc:sldChg chg="new del">
        <pc:chgData name="Media HIF" userId="977f8cc550842088" providerId="LiveId" clId="{6BF12C0F-72A2-402E-8A30-135A7370A75E}" dt="2026-09-05T04:46:51.599" v="12"/>
        <pc:sldMkLst>
          <pc:docMk/>
          <pc:sldMk cId="774981077" sldId="839"/>
        </pc:sldMkLst>
      </pc:sldChg>
      <pc:sldChg chg="modSp add del mod">
        <pc:chgData name="Media HIF" userId="977f8cc550842088" providerId="LiveId" clId="{6BF12C0F-72A2-402E-8A30-135A7370A75E}" dt="2026-09-05T04:51:27.434" v="38"/>
        <pc:sldMkLst>
          <pc:docMk/>
          <pc:sldMk cId="3494682032" sldId="839"/>
        </pc:sldMkLst>
        <pc:spChg chg="mod">
          <ac:chgData name="Media HIF" userId="977f8cc550842088" providerId="LiveId" clId="{6BF12C0F-72A2-402E-8A30-135A7370A75E}" dt="2026-09-05T04:47:11.506" v="16"/>
          <ac:spMkLst>
            <pc:docMk/>
            <pc:sldMk cId="3494682032" sldId="839"/>
            <ac:spMk id="8" creationId="{6CE128A1-44DE-E7C0-126C-E42A29DD9B66}"/>
          </ac:spMkLst>
        </pc:spChg>
      </pc:sldChg>
      <pc:sldChg chg="modSp add del mod">
        <pc:chgData name="Media HIF" userId="977f8cc550842088" providerId="LiveId" clId="{6BF12C0F-72A2-402E-8A30-135A7370A75E}" dt="2026-09-05T04:51:33.012" v="41"/>
        <pc:sldMkLst>
          <pc:docMk/>
          <pc:sldMk cId="1567538077" sldId="840"/>
        </pc:sldMkLst>
        <pc:spChg chg="mod">
          <ac:chgData name="Media HIF" userId="977f8cc550842088" providerId="LiveId" clId="{6BF12C0F-72A2-402E-8A30-135A7370A75E}" dt="2026-09-05T04:47:50.860" v="19" actId="27636"/>
          <ac:spMkLst>
            <pc:docMk/>
            <pc:sldMk cId="1567538077" sldId="840"/>
            <ac:spMk id="4098" creationId="{C7BFBCA3-CEF2-6537-844B-DA73E33D07E4}"/>
          </ac:spMkLst>
        </pc:spChg>
      </pc:sldChg>
      <pc:sldChg chg="add del">
        <pc:chgData name="Media HIF" userId="977f8cc550842088" providerId="LiveId" clId="{6BF12C0F-72A2-402E-8A30-135A7370A75E}" dt="2026-09-05T04:51:38.298" v="43"/>
        <pc:sldMkLst>
          <pc:docMk/>
          <pc:sldMk cId="2172756876" sldId="841"/>
        </pc:sldMkLst>
      </pc:sldChg>
      <pc:sldChg chg="add del">
        <pc:chgData name="Media HIF" userId="977f8cc550842088" providerId="LiveId" clId="{6BF12C0F-72A2-402E-8A30-135A7370A75E}" dt="2026-09-05T04:51:44.031" v="45"/>
        <pc:sldMkLst>
          <pc:docMk/>
          <pc:sldMk cId="405102330" sldId="842"/>
        </pc:sldMkLst>
      </pc:sldChg>
      <pc:sldChg chg="modSp add del mod">
        <pc:chgData name="Media HIF" userId="977f8cc550842088" providerId="LiveId" clId="{6BF12C0F-72A2-402E-8A30-135A7370A75E}" dt="2026-09-05T04:51:49.887" v="47"/>
        <pc:sldMkLst>
          <pc:docMk/>
          <pc:sldMk cId="3383050984" sldId="843"/>
        </pc:sldMkLst>
        <pc:spChg chg="mod">
          <ac:chgData name="Media HIF" userId="977f8cc550842088" providerId="LiveId" clId="{6BF12C0F-72A2-402E-8A30-135A7370A75E}" dt="2026-09-05T04:48:59.152" v="26" actId="27636"/>
          <ac:spMkLst>
            <pc:docMk/>
            <pc:sldMk cId="3383050984" sldId="843"/>
            <ac:spMk id="4098" creationId="{9FAA2F90-300A-19D8-29E3-BFF06E69CC51}"/>
          </ac:spMkLst>
        </pc:spChg>
      </pc:sldChg>
      <pc:sldChg chg="add del">
        <pc:chgData name="Media HIF" userId="977f8cc550842088" providerId="LiveId" clId="{6BF12C0F-72A2-402E-8A30-135A7370A75E}" dt="2026-09-05T04:51:55.376" v="49"/>
        <pc:sldMkLst>
          <pc:docMk/>
          <pc:sldMk cId="4029543066" sldId="844"/>
        </pc:sldMkLst>
      </pc:sldChg>
      <pc:sldChg chg="add del">
        <pc:chgData name="Media HIF" userId="977f8cc550842088" providerId="LiveId" clId="{6BF12C0F-72A2-402E-8A30-135A7370A75E}" dt="2026-09-05T04:52:00.998" v="51"/>
        <pc:sldMkLst>
          <pc:docMk/>
          <pc:sldMk cId="3489168807" sldId="845"/>
        </pc:sldMkLst>
      </pc:sldChg>
      <pc:sldChg chg="add del">
        <pc:chgData name="Media HIF" userId="977f8cc550842088" providerId="LiveId" clId="{6BF12C0F-72A2-402E-8A30-135A7370A75E}" dt="2026-09-05T04:52:06.770" v="53"/>
        <pc:sldMkLst>
          <pc:docMk/>
          <pc:sldMk cId="1029018469" sldId="846"/>
        </pc:sldMkLst>
      </pc:sldChg>
      <pc:sldChg chg="add del">
        <pc:chgData name="Media HIF" userId="977f8cc550842088" providerId="LiveId" clId="{6BF12C0F-72A2-402E-8A30-135A7370A75E}" dt="2026-09-05T04:52:12.309" v="55"/>
        <pc:sldMkLst>
          <pc:docMk/>
          <pc:sldMk cId="3529849241" sldId="847"/>
        </pc:sldMkLst>
      </pc:sldChg>
      <pc:sldChg chg="add del">
        <pc:chgData name="Media HIF" userId="977f8cc550842088" providerId="LiveId" clId="{6BF12C0F-72A2-402E-8A30-135A7370A75E}" dt="2026-09-05T04:52:18.105" v="57"/>
        <pc:sldMkLst>
          <pc:docMk/>
          <pc:sldMk cId="2878051455" sldId="848"/>
        </pc:sldMkLst>
      </pc:sldChg>
      <pc:sldChg chg="modSp add mod">
        <pc:chgData name="Media HIF" userId="977f8cc550842088" providerId="LiveId" clId="{6BF12C0F-72A2-402E-8A30-135A7370A75E}" dt="2026-09-05T04:51:27.458" v="39"/>
        <pc:sldMkLst>
          <pc:docMk/>
          <pc:sldMk cId="2554717840" sldId="849"/>
        </pc:sldMkLst>
        <pc:spChg chg="mod">
          <ac:chgData name="Media HIF" userId="977f8cc550842088" providerId="LiveId" clId="{6BF12C0F-72A2-402E-8A30-135A7370A75E}" dt="2026-09-05T04:51:27.458" v="39"/>
          <ac:spMkLst>
            <pc:docMk/>
            <pc:sldMk cId="2554717840" sldId="849"/>
            <ac:spMk id="8" creationId="{6CE128A1-44DE-E7C0-126C-E42A29DD9B66}"/>
          </ac:spMkLst>
        </pc:spChg>
      </pc:sldChg>
      <pc:sldChg chg="add">
        <pc:chgData name="Media HIF" userId="977f8cc550842088" providerId="LiveId" clId="{6BF12C0F-72A2-402E-8A30-135A7370A75E}" dt="2026-09-05T04:51:32.990" v="40"/>
        <pc:sldMkLst>
          <pc:docMk/>
          <pc:sldMk cId="816282366" sldId="850"/>
        </pc:sldMkLst>
      </pc:sldChg>
      <pc:sldChg chg="add del">
        <pc:chgData name="Media HIF" userId="977f8cc550842088" providerId="LiveId" clId="{6BF12C0F-72A2-402E-8A30-135A7370A75E}" dt="2026-09-05T04:55:06.781" v="93" actId="47"/>
        <pc:sldMkLst>
          <pc:docMk/>
          <pc:sldMk cId="403027697" sldId="851"/>
        </pc:sldMkLst>
      </pc:sldChg>
      <pc:sldChg chg="add">
        <pc:chgData name="Media HIF" userId="977f8cc550842088" providerId="LiveId" clId="{6BF12C0F-72A2-402E-8A30-135A7370A75E}" dt="2026-09-05T04:51:44.017" v="44"/>
        <pc:sldMkLst>
          <pc:docMk/>
          <pc:sldMk cId="2414753974" sldId="852"/>
        </pc:sldMkLst>
      </pc:sldChg>
      <pc:sldChg chg="add">
        <pc:chgData name="Media HIF" userId="977f8cc550842088" providerId="LiveId" clId="{6BF12C0F-72A2-402E-8A30-135A7370A75E}" dt="2026-09-05T04:51:49.878" v="46"/>
        <pc:sldMkLst>
          <pc:docMk/>
          <pc:sldMk cId="2915285408" sldId="853"/>
        </pc:sldMkLst>
      </pc:sldChg>
      <pc:sldChg chg="add">
        <pc:chgData name="Media HIF" userId="977f8cc550842088" providerId="LiveId" clId="{6BF12C0F-72A2-402E-8A30-135A7370A75E}" dt="2026-09-05T04:51:55.360" v="48"/>
        <pc:sldMkLst>
          <pc:docMk/>
          <pc:sldMk cId="3046880449" sldId="854"/>
        </pc:sldMkLst>
      </pc:sldChg>
      <pc:sldChg chg="add">
        <pc:chgData name="Media HIF" userId="977f8cc550842088" providerId="LiveId" clId="{6BF12C0F-72A2-402E-8A30-135A7370A75E}" dt="2026-09-05T04:52:00.989" v="50"/>
        <pc:sldMkLst>
          <pc:docMk/>
          <pc:sldMk cId="3714315504" sldId="855"/>
        </pc:sldMkLst>
      </pc:sldChg>
      <pc:sldChg chg="add del">
        <pc:chgData name="Media HIF" userId="977f8cc550842088" providerId="LiveId" clId="{6BF12C0F-72A2-402E-8A30-135A7370A75E}" dt="2026-09-05T04:55:34.111" v="110" actId="47"/>
        <pc:sldMkLst>
          <pc:docMk/>
          <pc:sldMk cId="2970053226" sldId="856"/>
        </pc:sldMkLst>
      </pc:sldChg>
      <pc:sldChg chg="add">
        <pc:chgData name="Media HIF" userId="977f8cc550842088" providerId="LiveId" clId="{6BF12C0F-72A2-402E-8A30-135A7370A75E}" dt="2026-09-05T04:52:12.296" v="54"/>
        <pc:sldMkLst>
          <pc:docMk/>
          <pc:sldMk cId="1605516678" sldId="857"/>
        </pc:sldMkLst>
      </pc:sldChg>
      <pc:sldChg chg="add">
        <pc:chgData name="Media HIF" userId="977f8cc550842088" providerId="LiveId" clId="{6BF12C0F-72A2-402E-8A30-135A7370A75E}" dt="2026-09-05T04:52:18.097" v="56"/>
        <pc:sldMkLst>
          <pc:docMk/>
          <pc:sldMk cId="1669352486" sldId="858"/>
        </pc:sldMkLst>
      </pc:sldChg>
      <pc:sldChg chg="modSp add mod ord">
        <pc:chgData name="Media HIF" userId="977f8cc550842088" providerId="LiveId" clId="{6BF12C0F-72A2-402E-8A30-135A7370A75E}" dt="2026-09-05T04:55:05.341" v="92" actId="14100"/>
        <pc:sldMkLst>
          <pc:docMk/>
          <pc:sldMk cId="666985540" sldId="859"/>
        </pc:sldMkLst>
        <pc:spChg chg="mod">
          <ac:chgData name="Media HIF" userId="977f8cc550842088" providerId="LiveId" clId="{6BF12C0F-72A2-402E-8A30-135A7370A75E}" dt="2026-09-05T04:55:05.341" v="92" actId="14100"/>
          <ac:spMkLst>
            <pc:docMk/>
            <pc:sldMk cId="666985540" sldId="859"/>
            <ac:spMk id="8" creationId="{BEF91051-3012-2E21-361F-ABE5C0E23D87}"/>
          </ac:spMkLst>
        </pc:spChg>
      </pc:sldChg>
      <pc:sldChg chg="modSp add mod ord">
        <pc:chgData name="Media HIF" userId="977f8cc550842088" providerId="LiveId" clId="{6BF12C0F-72A2-402E-8A30-135A7370A75E}" dt="2026-09-05T04:55:32.018" v="109" actId="20577"/>
        <pc:sldMkLst>
          <pc:docMk/>
          <pc:sldMk cId="742433552" sldId="860"/>
        </pc:sldMkLst>
        <pc:spChg chg="mod">
          <ac:chgData name="Media HIF" userId="977f8cc550842088" providerId="LiveId" clId="{6BF12C0F-72A2-402E-8A30-135A7370A75E}" dt="2026-09-05T04:55:32.018" v="109" actId="20577"/>
          <ac:spMkLst>
            <pc:docMk/>
            <pc:sldMk cId="742433552" sldId="860"/>
            <ac:spMk id="8" creationId="{496989EE-2040-B2A6-8CF4-3CEBFF273286}"/>
          </ac:spMkLst>
        </pc:spChg>
      </pc:sldChg>
      <pc:sldChg chg="delSp modSp add mod">
        <pc:chgData name="Media HIF" userId="977f8cc550842088" providerId="LiveId" clId="{6BF12C0F-72A2-402E-8A30-135A7370A75E}" dt="2026-09-05T05:07:20.885" v="123" actId="20577"/>
        <pc:sldMkLst>
          <pc:docMk/>
          <pc:sldMk cId="688190297" sldId="861"/>
        </pc:sldMkLst>
        <pc:spChg chg="del">
          <ac:chgData name="Media HIF" userId="977f8cc550842088" providerId="LiveId" clId="{6BF12C0F-72A2-402E-8A30-135A7370A75E}" dt="2026-09-05T05:06:50.722" v="114" actId="478"/>
          <ac:spMkLst>
            <pc:docMk/>
            <pc:sldMk cId="688190297" sldId="861"/>
            <ac:spMk id="2" creationId="{A820FDAC-A22C-AEFD-2367-248EB216B1DF}"/>
          </ac:spMkLst>
        </pc:spChg>
        <pc:spChg chg="mod">
          <ac:chgData name="Media HIF" userId="977f8cc550842088" providerId="LiveId" clId="{6BF12C0F-72A2-402E-8A30-135A7370A75E}" dt="2026-09-05T05:07:20.885" v="123" actId="20577"/>
          <ac:spMkLst>
            <pc:docMk/>
            <pc:sldMk cId="688190297" sldId="861"/>
            <ac:spMk id="4098" creationId="{68FFEBE2-93D5-68DD-65AC-3D3219851F09}"/>
          </ac:spMkLst>
        </pc:spChg>
      </pc:sldChg>
      <pc:sldMasterChg chg="del delSldLayout">
        <pc:chgData name="Media HIF" userId="977f8cc550842088" providerId="LiveId" clId="{6BF12C0F-72A2-402E-8A30-135A7370A75E}" dt="2026-09-05T04:46:51.599" v="12"/>
        <pc:sldMasterMkLst>
          <pc:docMk/>
          <pc:sldMasterMk cId="3235010788" sldId="2147483648"/>
        </pc:sldMasterMkLst>
        <pc:sldLayoutChg chg="del">
          <pc:chgData name="Media HIF" userId="977f8cc550842088" providerId="LiveId" clId="{6BF12C0F-72A2-402E-8A30-135A7370A75E}" dt="2026-09-05T04:46:51.599" v="12"/>
          <pc:sldLayoutMkLst>
            <pc:docMk/>
            <pc:sldMasterMk cId="3235010788" sldId="2147483648"/>
            <pc:sldLayoutMk cId="201066003" sldId="2147483649"/>
          </pc:sldLayoutMkLst>
        </pc:sldLayoutChg>
        <pc:sldLayoutChg chg="del">
          <pc:chgData name="Media HIF" userId="977f8cc550842088" providerId="LiveId" clId="{6BF12C0F-72A2-402E-8A30-135A7370A75E}" dt="2026-09-05T04:46:51.599" v="12"/>
          <pc:sldLayoutMkLst>
            <pc:docMk/>
            <pc:sldMasterMk cId="3235010788" sldId="2147483648"/>
            <pc:sldLayoutMk cId="159239824" sldId="2147483650"/>
          </pc:sldLayoutMkLst>
        </pc:sldLayoutChg>
        <pc:sldLayoutChg chg="del">
          <pc:chgData name="Media HIF" userId="977f8cc550842088" providerId="LiveId" clId="{6BF12C0F-72A2-402E-8A30-135A7370A75E}" dt="2026-09-05T04:46:51.599" v="12"/>
          <pc:sldLayoutMkLst>
            <pc:docMk/>
            <pc:sldMasterMk cId="3235010788" sldId="2147483648"/>
            <pc:sldLayoutMk cId="2657612508" sldId="2147483651"/>
          </pc:sldLayoutMkLst>
        </pc:sldLayoutChg>
        <pc:sldLayoutChg chg="del">
          <pc:chgData name="Media HIF" userId="977f8cc550842088" providerId="LiveId" clId="{6BF12C0F-72A2-402E-8A30-135A7370A75E}" dt="2026-09-05T04:46:51.599" v="12"/>
          <pc:sldLayoutMkLst>
            <pc:docMk/>
            <pc:sldMasterMk cId="3235010788" sldId="2147483648"/>
            <pc:sldLayoutMk cId="771652775" sldId="2147483652"/>
          </pc:sldLayoutMkLst>
        </pc:sldLayoutChg>
        <pc:sldLayoutChg chg="del">
          <pc:chgData name="Media HIF" userId="977f8cc550842088" providerId="LiveId" clId="{6BF12C0F-72A2-402E-8A30-135A7370A75E}" dt="2026-09-05T04:46:51.599" v="12"/>
          <pc:sldLayoutMkLst>
            <pc:docMk/>
            <pc:sldMasterMk cId="3235010788" sldId="2147483648"/>
            <pc:sldLayoutMk cId="2838403701" sldId="2147483653"/>
          </pc:sldLayoutMkLst>
        </pc:sldLayoutChg>
        <pc:sldLayoutChg chg="del">
          <pc:chgData name="Media HIF" userId="977f8cc550842088" providerId="LiveId" clId="{6BF12C0F-72A2-402E-8A30-135A7370A75E}" dt="2026-09-05T04:46:51.599" v="12"/>
          <pc:sldLayoutMkLst>
            <pc:docMk/>
            <pc:sldMasterMk cId="3235010788" sldId="2147483648"/>
            <pc:sldLayoutMk cId="2224771974" sldId="2147483654"/>
          </pc:sldLayoutMkLst>
        </pc:sldLayoutChg>
        <pc:sldLayoutChg chg="del">
          <pc:chgData name="Media HIF" userId="977f8cc550842088" providerId="LiveId" clId="{6BF12C0F-72A2-402E-8A30-135A7370A75E}" dt="2026-09-05T04:46:51.599" v="12"/>
          <pc:sldLayoutMkLst>
            <pc:docMk/>
            <pc:sldMasterMk cId="3235010788" sldId="2147483648"/>
            <pc:sldLayoutMk cId="3310271477" sldId="2147483655"/>
          </pc:sldLayoutMkLst>
        </pc:sldLayoutChg>
        <pc:sldLayoutChg chg="del">
          <pc:chgData name="Media HIF" userId="977f8cc550842088" providerId="LiveId" clId="{6BF12C0F-72A2-402E-8A30-135A7370A75E}" dt="2026-09-05T04:46:51.599" v="12"/>
          <pc:sldLayoutMkLst>
            <pc:docMk/>
            <pc:sldMasterMk cId="3235010788" sldId="2147483648"/>
            <pc:sldLayoutMk cId="2850126656" sldId="2147483656"/>
          </pc:sldLayoutMkLst>
        </pc:sldLayoutChg>
        <pc:sldLayoutChg chg="del">
          <pc:chgData name="Media HIF" userId="977f8cc550842088" providerId="LiveId" clId="{6BF12C0F-72A2-402E-8A30-135A7370A75E}" dt="2026-09-05T04:46:51.599" v="12"/>
          <pc:sldLayoutMkLst>
            <pc:docMk/>
            <pc:sldMasterMk cId="3235010788" sldId="2147483648"/>
            <pc:sldLayoutMk cId="1544977634" sldId="2147483657"/>
          </pc:sldLayoutMkLst>
        </pc:sldLayoutChg>
        <pc:sldLayoutChg chg="del">
          <pc:chgData name="Media HIF" userId="977f8cc550842088" providerId="LiveId" clId="{6BF12C0F-72A2-402E-8A30-135A7370A75E}" dt="2026-09-05T04:46:51.599" v="12"/>
          <pc:sldLayoutMkLst>
            <pc:docMk/>
            <pc:sldMasterMk cId="3235010788" sldId="2147483648"/>
            <pc:sldLayoutMk cId="1008526092" sldId="2147483658"/>
          </pc:sldLayoutMkLst>
        </pc:sldLayoutChg>
        <pc:sldLayoutChg chg="del">
          <pc:chgData name="Media HIF" userId="977f8cc550842088" providerId="LiveId" clId="{6BF12C0F-72A2-402E-8A30-135A7370A75E}" dt="2026-09-05T04:46:51.599" v="12"/>
          <pc:sldLayoutMkLst>
            <pc:docMk/>
            <pc:sldMasterMk cId="3235010788" sldId="2147483648"/>
            <pc:sldLayoutMk cId="2556399274" sldId="2147483659"/>
          </pc:sldLayoutMkLst>
        </pc:sldLayoutChg>
      </pc:sldMasterChg>
      <pc:sldMasterChg chg="add addSldLayout modSldLayout">
        <pc:chgData name="Media HIF" userId="977f8cc550842088" providerId="LiveId" clId="{6BF12C0F-72A2-402E-8A30-135A7370A75E}" dt="2026-09-05T04:46:50.888" v="0"/>
        <pc:sldMasterMkLst>
          <pc:docMk/>
          <pc:sldMasterMk cId="3235010788" sldId="2147483660"/>
        </pc:sldMasterMkLst>
        <pc:sldLayoutChg chg="add mod">
          <pc:chgData name="Media HIF" userId="977f8cc550842088" providerId="LiveId" clId="{6BF12C0F-72A2-402E-8A30-135A7370A75E}" dt="2026-09-05T04:46:50.888" v="0"/>
          <pc:sldLayoutMkLst>
            <pc:docMk/>
            <pc:sldMasterMk cId="3235010788" sldId="2147483660"/>
            <pc:sldLayoutMk cId="201066003" sldId="2147483661"/>
          </pc:sldLayoutMkLst>
        </pc:sldLayoutChg>
        <pc:sldLayoutChg chg="add mod">
          <pc:chgData name="Media HIF" userId="977f8cc550842088" providerId="LiveId" clId="{6BF12C0F-72A2-402E-8A30-135A7370A75E}" dt="2026-09-05T04:46:50.888" v="0"/>
          <pc:sldLayoutMkLst>
            <pc:docMk/>
            <pc:sldMasterMk cId="3235010788" sldId="2147483660"/>
            <pc:sldLayoutMk cId="159239824" sldId="2147483662"/>
          </pc:sldLayoutMkLst>
        </pc:sldLayoutChg>
        <pc:sldLayoutChg chg="add mod">
          <pc:chgData name="Media HIF" userId="977f8cc550842088" providerId="LiveId" clId="{6BF12C0F-72A2-402E-8A30-135A7370A75E}" dt="2026-09-05T04:46:50.888" v="0"/>
          <pc:sldLayoutMkLst>
            <pc:docMk/>
            <pc:sldMasterMk cId="3235010788" sldId="2147483660"/>
            <pc:sldLayoutMk cId="2657612508" sldId="2147483663"/>
          </pc:sldLayoutMkLst>
        </pc:sldLayoutChg>
        <pc:sldLayoutChg chg="add mod">
          <pc:chgData name="Media HIF" userId="977f8cc550842088" providerId="LiveId" clId="{6BF12C0F-72A2-402E-8A30-135A7370A75E}" dt="2026-09-05T04:46:50.888" v="0"/>
          <pc:sldLayoutMkLst>
            <pc:docMk/>
            <pc:sldMasterMk cId="3235010788" sldId="2147483660"/>
            <pc:sldLayoutMk cId="771652775" sldId="2147483664"/>
          </pc:sldLayoutMkLst>
        </pc:sldLayoutChg>
        <pc:sldLayoutChg chg="add mod">
          <pc:chgData name="Media HIF" userId="977f8cc550842088" providerId="LiveId" clId="{6BF12C0F-72A2-402E-8A30-135A7370A75E}" dt="2026-09-05T04:46:50.888" v="0"/>
          <pc:sldLayoutMkLst>
            <pc:docMk/>
            <pc:sldMasterMk cId="3235010788" sldId="2147483660"/>
            <pc:sldLayoutMk cId="2838403701" sldId="2147483665"/>
          </pc:sldLayoutMkLst>
        </pc:sldLayoutChg>
        <pc:sldLayoutChg chg="add mod">
          <pc:chgData name="Media HIF" userId="977f8cc550842088" providerId="LiveId" clId="{6BF12C0F-72A2-402E-8A30-135A7370A75E}" dt="2026-09-05T04:46:50.888" v="0"/>
          <pc:sldLayoutMkLst>
            <pc:docMk/>
            <pc:sldMasterMk cId="3235010788" sldId="2147483660"/>
            <pc:sldLayoutMk cId="2224771974" sldId="2147483666"/>
          </pc:sldLayoutMkLst>
        </pc:sldLayoutChg>
        <pc:sldLayoutChg chg="add mod">
          <pc:chgData name="Media HIF" userId="977f8cc550842088" providerId="LiveId" clId="{6BF12C0F-72A2-402E-8A30-135A7370A75E}" dt="2026-09-05T04:46:50.888" v="0"/>
          <pc:sldLayoutMkLst>
            <pc:docMk/>
            <pc:sldMasterMk cId="3235010788" sldId="2147483660"/>
            <pc:sldLayoutMk cId="3310271477" sldId="2147483667"/>
          </pc:sldLayoutMkLst>
        </pc:sldLayoutChg>
        <pc:sldLayoutChg chg="add mod">
          <pc:chgData name="Media HIF" userId="977f8cc550842088" providerId="LiveId" clId="{6BF12C0F-72A2-402E-8A30-135A7370A75E}" dt="2026-09-05T04:46:50.888" v="0"/>
          <pc:sldLayoutMkLst>
            <pc:docMk/>
            <pc:sldMasterMk cId="3235010788" sldId="2147483660"/>
            <pc:sldLayoutMk cId="2850126656" sldId="2147483668"/>
          </pc:sldLayoutMkLst>
        </pc:sldLayoutChg>
        <pc:sldLayoutChg chg="add mod">
          <pc:chgData name="Media HIF" userId="977f8cc550842088" providerId="LiveId" clId="{6BF12C0F-72A2-402E-8A30-135A7370A75E}" dt="2026-09-05T04:46:50.888" v="0"/>
          <pc:sldLayoutMkLst>
            <pc:docMk/>
            <pc:sldMasterMk cId="3235010788" sldId="2147483660"/>
            <pc:sldLayoutMk cId="1544977634" sldId="2147483669"/>
          </pc:sldLayoutMkLst>
        </pc:sldLayoutChg>
        <pc:sldLayoutChg chg="add mod">
          <pc:chgData name="Media HIF" userId="977f8cc550842088" providerId="LiveId" clId="{6BF12C0F-72A2-402E-8A30-135A7370A75E}" dt="2026-09-05T04:46:50.888" v="0"/>
          <pc:sldLayoutMkLst>
            <pc:docMk/>
            <pc:sldMasterMk cId="3235010788" sldId="2147483660"/>
            <pc:sldLayoutMk cId="1008526092" sldId="2147483670"/>
          </pc:sldLayoutMkLst>
        </pc:sldLayoutChg>
        <pc:sldLayoutChg chg="add mod">
          <pc:chgData name="Media HIF" userId="977f8cc550842088" providerId="LiveId" clId="{6BF12C0F-72A2-402E-8A30-135A7370A75E}" dt="2026-09-05T04:46:50.888" v="0"/>
          <pc:sldLayoutMkLst>
            <pc:docMk/>
            <pc:sldMasterMk cId="3235010788" sldId="2147483660"/>
            <pc:sldLayoutMk cId="2556399274" sldId="2147483671"/>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AD5A5-88BC-E2DB-D39F-35488C5268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626D42-7B39-C8DF-6748-FE322128EF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1BF3ACC-0FF7-D492-5777-3D0928B49882}"/>
              </a:ext>
            </a:extLst>
          </p:cNvPr>
          <p:cNvSpPr>
            <a:spLocks noGrp="1"/>
          </p:cNvSpPr>
          <p:nvPr>
            <p:ph type="dt" sz="half" idx="10"/>
          </p:nvPr>
        </p:nvSpPr>
        <p:spPr/>
        <p:txBody>
          <a:bodyPr/>
          <a:lstStyle/>
          <a:p>
            <a:fld id="{72CBAE92-5918-4F8D-8C4A-DF7F4FB665F5}" type="datetimeFigureOut">
              <a:rPr lang="en-US" smtClean="0"/>
              <a:t>9/5/2026</a:t>
            </a:fld>
            <a:endParaRPr lang="en-US"/>
          </a:p>
        </p:txBody>
      </p:sp>
      <p:sp>
        <p:nvSpPr>
          <p:cNvPr id="5" name="Footer Placeholder 4">
            <a:extLst>
              <a:ext uri="{FF2B5EF4-FFF2-40B4-BE49-F238E27FC236}">
                <a16:creationId xmlns:a16="http://schemas.microsoft.com/office/drawing/2014/main" id="{A4A934A6-3F4D-0F40-F632-7399431013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D9F776-2141-3A84-8249-371E4A951DE4}"/>
              </a:ext>
            </a:extLst>
          </p:cNvPr>
          <p:cNvSpPr>
            <a:spLocks noGrp="1"/>
          </p:cNvSpPr>
          <p:nvPr>
            <p:ph type="sldNum" sz="quarter" idx="12"/>
          </p:nvPr>
        </p:nvSpPr>
        <p:spPr/>
        <p:txBody>
          <a:bodyPr/>
          <a:lstStyle/>
          <a:p>
            <a:fld id="{D9C51B36-E541-4141-A5E8-D3A58B41EE36}" type="slidenum">
              <a:rPr lang="en-US" smtClean="0"/>
              <a:t>‹#›</a:t>
            </a:fld>
            <a:endParaRPr lang="en-US"/>
          </a:p>
        </p:txBody>
      </p:sp>
    </p:spTree>
    <p:extLst>
      <p:ext uri="{BB962C8B-B14F-4D97-AF65-F5344CB8AC3E}">
        <p14:creationId xmlns:p14="http://schemas.microsoft.com/office/powerpoint/2010/main" val="201066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DC3D0-70AE-8F84-786C-1806AD121DC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EFEE1C-A01E-3827-9E64-5601AA1C493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15ED86-154F-5441-A991-9AE3F2A53B13}"/>
              </a:ext>
            </a:extLst>
          </p:cNvPr>
          <p:cNvSpPr>
            <a:spLocks noGrp="1"/>
          </p:cNvSpPr>
          <p:nvPr>
            <p:ph type="dt" sz="half" idx="10"/>
          </p:nvPr>
        </p:nvSpPr>
        <p:spPr/>
        <p:txBody>
          <a:bodyPr/>
          <a:lstStyle/>
          <a:p>
            <a:fld id="{72CBAE92-5918-4F8D-8C4A-DF7F4FB665F5}" type="datetimeFigureOut">
              <a:rPr lang="en-US" smtClean="0"/>
              <a:t>9/5/2026</a:t>
            </a:fld>
            <a:endParaRPr lang="en-US"/>
          </a:p>
        </p:txBody>
      </p:sp>
      <p:sp>
        <p:nvSpPr>
          <p:cNvPr id="5" name="Footer Placeholder 4">
            <a:extLst>
              <a:ext uri="{FF2B5EF4-FFF2-40B4-BE49-F238E27FC236}">
                <a16:creationId xmlns:a16="http://schemas.microsoft.com/office/drawing/2014/main" id="{5E7C1C23-32AC-CCFE-846C-CCE8CC4F7E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6AA194-716C-6050-AB97-C029DF3A8E0E}"/>
              </a:ext>
            </a:extLst>
          </p:cNvPr>
          <p:cNvSpPr>
            <a:spLocks noGrp="1"/>
          </p:cNvSpPr>
          <p:nvPr>
            <p:ph type="sldNum" sz="quarter" idx="12"/>
          </p:nvPr>
        </p:nvSpPr>
        <p:spPr/>
        <p:txBody>
          <a:bodyPr/>
          <a:lstStyle/>
          <a:p>
            <a:fld id="{D9C51B36-E541-4141-A5E8-D3A58B41EE36}" type="slidenum">
              <a:rPr lang="en-US" smtClean="0"/>
              <a:t>‹#›</a:t>
            </a:fld>
            <a:endParaRPr lang="en-US"/>
          </a:p>
        </p:txBody>
      </p:sp>
    </p:spTree>
    <p:extLst>
      <p:ext uri="{BB962C8B-B14F-4D97-AF65-F5344CB8AC3E}">
        <p14:creationId xmlns:p14="http://schemas.microsoft.com/office/powerpoint/2010/main" val="159239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87C2A-DF5E-DC39-9C35-7721A88656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D0FE6C-A4D5-E995-E7DC-E7524876914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3687DA-5C55-0678-1FC5-3842A36F16F3}"/>
              </a:ext>
            </a:extLst>
          </p:cNvPr>
          <p:cNvSpPr>
            <a:spLocks noGrp="1"/>
          </p:cNvSpPr>
          <p:nvPr>
            <p:ph type="dt" sz="half" idx="10"/>
          </p:nvPr>
        </p:nvSpPr>
        <p:spPr/>
        <p:txBody>
          <a:bodyPr/>
          <a:lstStyle/>
          <a:p>
            <a:fld id="{72CBAE92-5918-4F8D-8C4A-DF7F4FB665F5}" type="datetimeFigureOut">
              <a:rPr lang="en-US" smtClean="0"/>
              <a:t>9/5/2026</a:t>
            </a:fld>
            <a:endParaRPr lang="en-US"/>
          </a:p>
        </p:txBody>
      </p:sp>
      <p:sp>
        <p:nvSpPr>
          <p:cNvPr id="5" name="Footer Placeholder 4">
            <a:extLst>
              <a:ext uri="{FF2B5EF4-FFF2-40B4-BE49-F238E27FC236}">
                <a16:creationId xmlns:a16="http://schemas.microsoft.com/office/drawing/2014/main" id="{9B5AF31E-9753-FAF3-5797-51DFB65260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98339E-1A0F-283B-E859-9D17331FA619}"/>
              </a:ext>
            </a:extLst>
          </p:cNvPr>
          <p:cNvSpPr>
            <a:spLocks noGrp="1"/>
          </p:cNvSpPr>
          <p:nvPr>
            <p:ph type="sldNum" sz="quarter" idx="12"/>
          </p:nvPr>
        </p:nvSpPr>
        <p:spPr/>
        <p:txBody>
          <a:bodyPr/>
          <a:lstStyle/>
          <a:p>
            <a:fld id="{D9C51B36-E541-4141-A5E8-D3A58B41EE36}" type="slidenum">
              <a:rPr lang="en-US" smtClean="0"/>
              <a:t>‹#›</a:t>
            </a:fld>
            <a:endParaRPr lang="en-US"/>
          </a:p>
        </p:txBody>
      </p:sp>
    </p:spTree>
    <p:extLst>
      <p:ext uri="{BB962C8B-B14F-4D97-AF65-F5344CB8AC3E}">
        <p14:creationId xmlns:p14="http://schemas.microsoft.com/office/powerpoint/2010/main" val="2657612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87296-9B78-FDD2-F546-C237CCD5CC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F97C45-9C7C-D2C7-C306-4CECFA0532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F4F351E-F201-1A08-F033-16C4CAE0CBB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59092E-13E4-7045-80D7-12AD85A21D75}"/>
              </a:ext>
            </a:extLst>
          </p:cNvPr>
          <p:cNvSpPr>
            <a:spLocks noGrp="1"/>
          </p:cNvSpPr>
          <p:nvPr>
            <p:ph type="dt" sz="half" idx="10"/>
          </p:nvPr>
        </p:nvSpPr>
        <p:spPr/>
        <p:txBody>
          <a:bodyPr/>
          <a:lstStyle/>
          <a:p>
            <a:fld id="{72CBAE92-5918-4F8D-8C4A-DF7F4FB665F5}" type="datetimeFigureOut">
              <a:rPr lang="en-US" smtClean="0"/>
              <a:t>9/5/2026</a:t>
            </a:fld>
            <a:endParaRPr lang="en-US"/>
          </a:p>
        </p:txBody>
      </p:sp>
      <p:sp>
        <p:nvSpPr>
          <p:cNvPr id="6" name="Footer Placeholder 5">
            <a:extLst>
              <a:ext uri="{FF2B5EF4-FFF2-40B4-BE49-F238E27FC236}">
                <a16:creationId xmlns:a16="http://schemas.microsoft.com/office/drawing/2014/main" id="{1D162571-5301-BFC5-7A3F-F5E86021868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C1096A-5206-7151-92A0-66E34B4BAF26}"/>
              </a:ext>
            </a:extLst>
          </p:cNvPr>
          <p:cNvSpPr>
            <a:spLocks noGrp="1"/>
          </p:cNvSpPr>
          <p:nvPr>
            <p:ph type="sldNum" sz="quarter" idx="12"/>
          </p:nvPr>
        </p:nvSpPr>
        <p:spPr/>
        <p:txBody>
          <a:bodyPr/>
          <a:lstStyle/>
          <a:p>
            <a:fld id="{D9C51B36-E541-4141-A5E8-D3A58B41EE36}" type="slidenum">
              <a:rPr lang="en-US" smtClean="0"/>
              <a:t>‹#›</a:t>
            </a:fld>
            <a:endParaRPr lang="en-US"/>
          </a:p>
        </p:txBody>
      </p:sp>
    </p:spTree>
    <p:extLst>
      <p:ext uri="{BB962C8B-B14F-4D97-AF65-F5344CB8AC3E}">
        <p14:creationId xmlns:p14="http://schemas.microsoft.com/office/powerpoint/2010/main" val="771652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20964-2669-AE92-F34C-F8D0FAA5BEA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211E130-BACF-50FD-9EA5-2C6601CFFB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710B97-B839-758B-C2D0-760CCD49E9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DBFAC8-7B93-7FE5-8B2F-2D51B1C9AC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41D55A-08F5-FD57-339F-0BFD8275CB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0744D0-8AAD-DEAC-4FBA-4EB2493C349C}"/>
              </a:ext>
            </a:extLst>
          </p:cNvPr>
          <p:cNvSpPr>
            <a:spLocks noGrp="1"/>
          </p:cNvSpPr>
          <p:nvPr>
            <p:ph type="dt" sz="half" idx="10"/>
          </p:nvPr>
        </p:nvSpPr>
        <p:spPr/>
        <p:txBody>
          <a:bodyPr/>
          <a:lstStyle/>
          <a:p>
            <a:fld id="{72CBAE92-5918-4F8D-8C4A-DF7F4FB665F5}" type="datetimeFigureOut">
              <a:rPr lang="en-US" smtClean="0"/>
              <a:t>9/5/2026</a:t>
            </a:fld>
            <a:endParaRPr lang="en-US"/>
          </a:p>
        </p:txBody>
      </p:sp>
      <p:sp>
        <p:nvSpPr>
          <p:cNvPr id="8" name="Footer Placeholder 7">
            <a:extLst>
              <a:ext uri="{FF2B5EF4-FFF2-40B4-BE49-F238E27FC236}">
                <a16:creationId xmlns:a16="http://schemas.microsoft.com/office/drawing/2014/main" id="{635990C1-4550-F309-9157-6482394994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6841DC9-8C14-7613-A4DD-A73661CA3A83}"/>
              </a:ext>
            </a:extLst>
          </p:cNvPr>
          <p:cNvSpPr>
            <a:spLocks noGrp="1"/>
          </p:cNvSpPr>
          <p:nvPr>
            <p:ph type="sldNum" sz="quarter" idx="12"/>
          </p:nvPr>
        </p:nvSpPr>
        <p:spPr/>
        <p:txBody>
          <a:bodyPr/>
          <a:lstStyle/>
          <a:p>
            <a:fld id="{D9C51B36-E541-4141-A5E8-D3A58B41EE36}" type="slidenum">
              <a:rPr lang="en-US" smtClean="0"/>
              <a:t>‹#›</a:t>
            </a:fld>
            <a:endParaRPr lang="en-US"/>
          </a:p>
        </p:txBody>
      </p:sp>
    </p:spTree>
    <p:extLst>
      <p:ext uri="{BB962C8B-B14F-4D97-AF65-F5344CB8AC3E}">
        <p14:creationId xmlns:p14="http://schemas.microsoft.com/office/powerpoint/2010/main" val="2838403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10229-22F6-710A-D40B-917798F38B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E40212B-B346-99A3-4CE9-4C382F34CEE1}"/>
              </a:ext>
            </a:extLst>
          </p:cNvPr>
          <p:cNvSpPr>
            <a:spLocks noGrp="1"/>
          </p:cNvSpPr>
          <p:nvPr>
            <p:ph type="dt" sz="half" idx="10"/>
          </p:nvPr>
        </p:nvSpPr>
        <p:spPr/>
        <p:txBody>
          <a:bodyPr/>
          <a:lstStyle/>
          <a:p>
            <a:fld id="{72CBAE92-5918-4F8D-8C4A-DF7F4FB665F5}" type="datetimeFigureOut">
              <a:rPr lang="en-US" smtClean="0"/>
              <a:t>9/5/2026</a:t>
            </a:fld>
            <a:endParaRPr lang="en-US"/>
          </a:p>
        </p:txBody>
      </p:sp>
      <p:sp>
        <p:nvSpPr>
          <p:cNvPr id="4" name="Footer Placeholder 3">
            <a:extLst>
              <a:ext uri="{FF2B5EF4-FFF2-40B4-BE49-F238E27FC236}">
                <a16:creationId xmlns:a16="http://schemas.microsoft.com/office/drawing/2014/main" id="{27AA781C-42DD-5027-3697-084BEEBA336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37C8516-04B3-5D73-2A7A-3B81A0F2FE6C}"/>
              </a:ext>
            </a:extLst>
          </p:cNvPr>
          <p:cNvSpPr>
            <a:spLocks noGrp="1"/>
          </p:cNvSpPr>
          <p:nvPr>
            <p:ph type="sldNum" sz="quarter" idx="12"/>
          </p:nvPr>
        </p:nvSpPr>
        <p:spPr/>
        <p:txBody>
          <a:bodyPr/>
          <a:lstStyle/>
          <a:p>
            <a:fld id="{D9C51B36-E541-4141-A5E8-D3A58B41EE36}" type="slidenum">
              <a:rPr lang="en-US" smtClean="0"/>
              <a:t>‹#›</a:t>
            </a:fld>
            <a:endParaRPr lang="en-US"/>
          </a:p>
        </p:txBody>
      </p:sp>
    </p:spTree>
    <p:extLst>
      <p:ext uri="{BB962C8B-B14F-4D97-AF65-F5344CB8AC3E}">
        <p14:creationId xmlns:p14="http://schemas.microsoft.com/office/powerpoint/2010/main" val="22247719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4419C3-9664-4599-8DDA-8F2D8732A3EC}"/>
              </a:ext>
            </a:extLst>
          </p:cNvPr>
          <p:cNvSpPr>
            <a:spLocks noGrp="1"/>
          </p:cNvSpPr>
          <p:nvPr>
            <p:ph type="dt" sz="half" idx="10"/>
          </p:nvPr>
        </p:nvSpPr>
        <p:spPr/>
        <p:txBody>
          <a:bodyPr/>
          <a:lstStyle/>
          <a:p>
            <a:fld id="{72CBAE92-5918-4F8D-8C4A-DF7F4FB665F5}" type="datetimeFigureOut">
              <a:rPr lang="en-US" smtClean="0"/>
              <a:t>9/5/2026</a:t>
            </a:fld>
            <a:endParaRPr lang="en-US"/>
          </a:p>
        </p:txBody>
      </p:sp>
      <p:sp>
        <p:nvSpPr>
          <p:cNvPr id="3" name="Footer Placeholder 2">
            <a:extLst>
              <a:ext uri="{FF2B5EF4-FFF2-40B4-BE49-F238E27FC236}">
                <a16:creationId xmlns:a16="http://schemas.microsoft.com/office/drawing/2014/main" id="{BF8E9EB7-018E-6C0B-CC5E-35DD53B4D82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B55D64-4E14-1CDD-773C-D1BE068D587A}"/>
              </a:ext>
            </a:extLst>
          </p:cNvPr>
          <p:cNvSpPr>
            <a:spLocks noGrp="1"/>
          </p:cNvSpPr>
          <p:nvPr>
            <p:ph type="sldNum" sz="quarter" idx="12"/>
          </p:nvPr>
        </p:nvSpPr>
        <p:spPr/>
        <p:txBody>
          <a:bodyPr/>
          <a:lstStyle/>
          <a:p>
            <a:fld id="{D9C51B36-E541-4141-A5E8-D3A58B41EE36}" type="slidenum">
              <a:rPr lang="en-US" smtClean="0"/>
              <a:t>‹#›</a:t>
            </a:fld>
            <a:endParaRPr lang="en-US"/>
          </a:p>
        </p:txBody>
      </p:sp>
    </p:spTree>
    <p:extLst>
      <p:ext uri="{BB962C8B-B14F-4D97-AF65-F5344CB8AC3E}">
        <p14:creationId xmlns:p14="http://schemas.microsoft.com/office/powerpoint/2010/main" val="3310271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48226-C1AE-CA9F-3D3F-F8F0016B89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4BA8BD6-724C-64C8-0BAA-61FE2DF251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CD6D8F0-3492-F18A-5B85-EF00067D5F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C03BB2-6C43-D1C0-2AC6-4B96064E6097}"/>
              </a:ext>
            </a:extLst>
          </p:cNvPr>
          <p:cNvSpPr>
            <a:spLocks noGrp="1"/>
          </p:cNvSpPr>
          <p:nvPr>
            <p:ph type="dt" sz="half" idx="10"/>
          </p:nvPr>
        </p:nvSpPr>
        <p:spPr/>
        <p:txBody>
          <a:bodyPr/>
          <a:lstStyle/>
          <a:p>
            <a:fld id="{72CBAE92-5918-4F8D-8C4A-DF7F4FB665F5}" type="datetimeFigureOut">
              <a:rPr lang="en-US" smtClean="0"/>
              <a:t>9/5/2026</a:t>
            </a:fld>
            <a:endParaRPr lang="en-US"/>
          </a:p>
        </p:txBody>
      </p:sp>
      <p:sp>
        <p:nvSpPr>
          <p:cNvPr id="6" name="Footer Placeholder 5">
            <a:extLst>
              <a:ext uri="{FF2B5EF4-FFF2-40B4-BE49-F238E27FC236}">
                <a16:creationId xmlns:a16="http://schemas.microsoft.com/office/drawing/2014/main" id="{041DE700-17F6-3225-B7EA-437930FCA1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FE3CAB-C262-42AB-7412-32ACC82EDB91}"/>
              </a:ext>
            </a:extLst>
          </p:cNvPr>
          <p:cNvSpPr>
            <a:spLocks noGrp="1"/>
          </p:cNvSpPr>
          <p:nvPr>
            <p:ph type="sldNum" sz="quarter" idx="12"/>
          </p:nvPr>
        </p:nvSpPr>
        <p:spPr/>
        <p:txBody>
          <a:bodyPr/>
          <a:lstStyle/>
          <a:p>
            <a:fld id="{D9C51B36-E541-4141-A5E8-D3A58B41EE36}" type="slidenum">
              <a:rPr lang="en-US" smtClean="0"/>
              <a:t>‹#›</a:t>
            </a:fld>
            <a:endParaRPr lang="en-US"/>
          </a:p>
        </p:txBody>
      </p:sp>
    </p:spTree>
    <p:extLst>
      <p:ext uri="{BB962C8B-B14F-4D97-AF65-F5344CB8AC3E}">
        <p14:creationId xmlns:p14="http://schemas.microsoft.com/office/powerpoint/2010/main" val="2850126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C7DB8-016D-08BB-6D7E-B4E410E3C6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54C8004-33C5-60DA-363B-52286D240B6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83625C7-6C4D-ADD0-71C0-BA92E616F9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94371D7-F6A7-2DD8-BA09-C9798C0B93CA}"/>
              </a:ext>
            </a:extLst>
          </p:cNvPr>
          <p:cNvSpPr>
            <a:spLocks noGrp="1"/>
          </p:cNvSpPr>
          <p:nvPr>
            <p:ph type="dt" sz="half" idx="10"/>
          </p:nvPr>
        </p:nvSpPr>
        <p:spPr/>
        <p:txBody>
          <a:bodyPr/>
          <a:lstStyle/>
          <a:p>
            <a:fld id="{72CBAE92-5918-4F8D-8C4A-DF7F4FB665F5}" type="datetimeFigureOut">
              <a:rPr lang="en-US" smtClean="0"/>
              <a:t>9/5/2026</a:t>
            </a:fld>
            <a:endParaRPr lang="en-US"/>
          </a:p>
        </p:txBody>
      </p:sp>
      <p:sp>
        <p:nvSpPr>
          <p:cNvPr id="6" name="Footer Placeholder 5">
            <a:extLst>
              <a:ext uri="{FF2B5EF4-FFF2-40B4-BE49-F238E27FC236}">
                <a16:creationId xmlns:a16="http://schemas.microsoft.com/office/drawing/2014/main" id="{FE64372E-6D76-E07A-B4CB-D3316710A8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4F11B3-E35A-80C6-4D9A-74FC39899C28}"/>
              </a:ext>
            </a:extLst>
          </p:cNvPr>
          <p:cNvSpPr>
            <a:spLocks noGrp="1"/>
          </p:cNvSpPr>
          <p:nvPr>
            <p:ph type="sldNum" sz="quarter" idx="12"/>
          </p:nvPr>
        </p:nvSpPr>
        <p:spPr/>
        <p:txBody>
          <a:bodyPr/>
          <a:lstStyle/>
          <a:p>
            <a:fld id="{D9C51B36-E541-4141-A5E8-D3A58B41EE36}" type="slidenum">
              <a:rPr lang="en-US" smtClean="0"/>
              <a:t>‹#›</a:t>
            </a:fld>
            <a:endParaRPr lang="en-US"/>
          </a:p>
        </p:txBody>
      </p:sp>
    </p:spTree>
    <p:extLst>
      <p:ext uri="{BB962C8B-B14F-4D97-AF65-F5344CB8AC3E}">
        <p14:creationId xmlns:p14="http://schemas.microsoft.com/office/powerpoint/2010/main" val="1544977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83F5A-14E8-38E1-A749-F0FE1B69ECD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937DA6F-4DC9-6C64-B282-EC3EB4406D3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B68022-B7BC-A78E-4E9B-824C72DB290F}"/>
              </a:ext>
            </a:extLst>
          </p:cNvPr>
          <p:cNvSpPr>
            <a:spLocks noGrp="1"/>
          </p:cNvSpPr>
          <p:nvPr>
            <p:ph type="dt" sz="half" idx="10"/>
          </p:nvPr>
        </p:nvSpPr>
        <p:spPr/>
        <p:txBody>
          <a:bodyPr/>
          <a:lstStyle/>
          <a:p>
            <a:fld id="{72CBAE92-5918-4F8D-8C4A-DF7F4FB665F5}" type="datetimeFigureOut">
              <a:rPr lang="en-US" smtClean="0"/>
              <a:t>9/5/2026</a:t>
            </a:fld>
            <a:endParaRPr lang="en-US"/>
          </a:p>
        </p:txBody>
      </p:sp>
      <p:sp>
        <p:nvSpPr>
          <p:cNvPr id="5" name="Footer Placeholder 4">
            <a:extLst>
              <a:ext uri="{FF2B5EF4-FFF2-40B4-BE49-F238E27FC236}">
                <a16:creationId xmlns:a16="http://schemas.microsoft.com/office/drawing/2014/main" id="{C5B65343-F2D7-0615-E011-2993BF08F9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8DEBB1-A85F-71B4-289B-AE5ED63B2CF7}"/>
              </a:ext>
            </a:extLst>
          </p:cNvPr>
          <p:cNvSpPr>
            <a:spLocks noGrp="1"/>
          </p:cNvSpPr>
          <p:nvPr>
            <p:ph type="sldNum" sz="quarter" idx="12"/>
          </p:nvPr>
        </p:nvSpPr>
        <p:spPr/>
        <p:txBody>
          <a:bodyPr/>
          <a:lstStyle/>
          <a:p>
            <a:fld id="{D9C51B36-E541-4141-A5E8-D3A58B41EE36}" type="slidenum">
              <a:rPr lang="en-US" smtClean="0"/>
              <a:t>‹#›</a:t>
            </a:fld>
            <a:endParaRPr lang="en-US"/>
          </a:p>
        </p:txBody>
      </p:sp>
    </p:spTree>
    <p:extLst>
      <p:ext uri="{BB962C8B-B14F-4D97-AF65-F5344CB8AC3E}">
        <p14:creationId xmlns:p14="http://schemas.microsoft.com/office/powerpoint/2010/main" val="1008526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440142-D21B-6BE3-FECC-D51AB0F4D5D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70CEB34-186D-AA70-6AA2-CE42335B9A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199618-27B4-518E-2B08-2FD723222427}"/>
              </a:ext>
            </a:extLst>
          </p:cNvPr>
          <p:cNvSpPr>
            <a:spLocks noGrp="1"/>
          </p:cNvSpPr>
          <p:nvPr>
            <p:ph type="dt" sz="half" idx="10"/>
          </p:nvPr>
        </p:nvSpPr>
        <p:spPr/>
        <p:txBody>
          <a:bodyPr/>
          <a:lstStyle/>
          <a:p>
            <a:fld id="{72CBAE92-5918-4F8D-8C4A-DF7F4FB665F5}" type="datetimeFigureOut">
              <a:rPr lang="en-US" smtClean="0"/>
              <a:t>9/5/2026</a:t>
            </a:fld>
            <a:endParaRPr lang="en-US"/>
          </a:p>
        </p:txBody>
      </p:sp>
      <p:sp>
        <p:nvSpPr>
          <p:cNvPr id="5" name="Footer Placeholder 4">
            <a:extLst>
              <a:ext uri="{FF2B5EF4-FFF2-40B4-BE49-F238E27FC236}">
                <a16:creationId xmlns:a16="http://schemas.microsoft.com/office/drawing/2014/main" id="{50F2E83B-D2DB-489D-6973-93FAB58C7C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2960A6-594D-90A6-8036-8F5F9C3D5F73}"/>
              </a:ext>
            </a:extLst>
          </p:cNvPr>
          <p:cNvSpPr>
            <a:spLocks noGrp="1"/>
          </p:cNvSpPr>
          <p:nvPr>
            <p:ph type="sldNum" sz="quarter" idx="12"/>
          </p:nvPr>
        </p:nvSpPr>
        <p:spPr/>
        <p:txBody>
          <a:bodyPr/>
          <a:lstStyle/>
          <a:p>
            <a:fld id="{D9C51B36-E541-4141-A5E8-D3A58B41EE36}" type="slidenum">
              <a:rPr lang="en-US" smtClean="0"/>
              <a:t>‹#›</a:t>
            </a:fld>
            <a:endParaRPr lang="en-US"/>
          </a:p>
        </p:txBody>
      </p:sp>
    </p:spTree>
    <p:extLst>
      <p:ext uri="{BB962C8B-B14F-4D97-AF65-F5344CB8AC3E}">
        <p14:creationId xmlns:p14="http://schemas.microsoft.com/office/powerpoint/2010/main" val="2556399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4EE"/>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CF5191-FF4B-EF6C-7D79-BAB8BAE521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FC51F3-0881-FEB0-A318-F964E29BD0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14E251-1A3E-8F2A-2C2D-D2512DEC39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2CBAE92-5918-4F8D-8C4A-DF7F4FB665F5}" type="datetimeFigureOut">
              <a:rPr lang="en-US" smtClean="0"/>
              <a:t>9/5/2026</a:t>
            </a:fld>
            <a:endParaRPr lang="en-US"/>
          </a:p>
        </p:txBody>
      </p:sp>
      <p:sp>
        <p:nvSpPr>
          <p:cNvPr id="5" name="Footer Placeholder 4">
            <a:extLst>
              <a:ext uri="{FF2B5EF4-FFF2-40B4-BE49-F238E27FC236}">
                <a16:creationId xmlns:a16="http://schemas.microsoft.com/office/drawing/2014/main" id="{E1C3D182-3ECA-4088-9250-37DFD2400A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8AC226E-5F88-D17A-31C4-938AC316EE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9C51B36-E541-4141-A5E8-D3A58B41EE36}" type="slidenum">
              <a:rPr lang="en-US" smtClean="0"/>
              <a:t>‹#›</a:t>
            </a:fld>
            <a:endParaRPr lang="en-US"/>
          </a:p>
        </p:txBody>
      </p:sp>
    </p:spTree>
    <p:extLst>
      <p:ext uri="{BB962C8B-B14F-4D97-AF65-F5344CB8AC3E}">
        <p14:creationId xmlns:p14="http://schemas.microsoft.com/office/powerpoint/2010/main" val="32350107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22252B"/>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2252B"/>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22252B"/>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22252B"/>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22252B"/>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22252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22252B"/>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22252B"/>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22252B"/>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22252B"/>
          </a:solidFill>
          <a:latin typeface="+mn-lt"/>
          <a:ea typeface="+mn-ea"/>
          <a:cs typeface="+mn-cs"/>
        </a:defRPr>
      </a:lvl9pPr>
    </p:bodyStyle>
    <p:otherStyle>
      <a:defPPr>
        <a:defRPr lang="en-US">
          <a:solidFill>
            <a:srgbClr val="22252B"/>
          </a:solidFill>
        </a:defRPr>
      </a:defPPr>
      <a:lvl1pPr marL="0" algn="l" defTabSz="914400" rtl="0" eaLnBrk="1" latinLnBrk="0" hangingPunct="1">
        <a:defRPr sz="1800" kern="1200">
          <a:solidFill>
            <a:srgbClr val="22252B"/>
          </a:solidFill>
          <a:latin typeface="+mn-lt"/>
          <a:ea typeface="+mn-ea"/>
          <a:cs typeface="+mn-cs"/>
        </a:defRPr>
      </a:lvl1pPr>
      <a:lvl2pPr marL="457200" algn="l" defTabSz="914400" rtl="0" eaLnBrk="1" latinLnBrk="0" hangingPunct="1">
        <a:defRPr sz="1800" kern="1200">
          <a:solidFill>
            <a:srgbClr val="22252B"/>
          </a:solidFill>
          <a:latin typeface="+mn-lt"/>
          <a:ea typeface="+mn-ea"/>
          <a:cs typeface="+mn-cs"/>
        </a:defRPr>
      </a:lvl2pPr>
      <a:lvl3pPr marL="914400" algn="l" defTabSz="914400" rtl="0" eaLnBrk="1" latinLnBrk="0" hangingPunct="1">
        <a:defRPr sz="1800" kern="1200">
          <a:solidFill>
            <a:srgbClr val="22252B"/>
          </a:solidFill>
          <a:latin typeface="+mn-lt"/>
          <a:ea typeface="+mn-ea"/>
          <a:cs typeface="+mn-cs"/>
        </a:defRPr>
      </a:lvl3pPr>
      <a:lvl4pPr marL="1371600" algn="l" defTabSz="914400" rtl="0" eaLnBrk="1" latinLnBrk="0" hangingPunct="1">
        <a:defRPr sz="1800" kern="1200">
          <a:solidFill>
            <a:srgbClr val="22252B"/>
          </a:solidFill>
          <a:latin typeface="+mn-lt"/>
          <a:ea typeface="+mn-ea"/>
          <a:cs typeface="+mn-cs"/>
        </a:defRPr>
      </a:lvl4pPr>
      <a:lvl5pPr marL="1828800" algn="l" defTabSz="914400" rtl="0" eaLnBrk="1" latinLnBrk="0" hangingPunct="1">
        <a:defRPr sz="1800" kern="1200">
          <a:solidFill>
            <a:srgbClr val="22252B"/>
          </a:solidFill>
          <a:latin typeface="+mn-lt"/>
          <a:ea typeface="+mn-ea"/>
          <a:cs typeface="+mn-cs"/>
        </a:defRPr>
      </a:lvl5pPr>
      <a:lvl6pPr marL="2286000" algn="l" defTabSz="914400" rtl="0" eaLnBrk="1" latinLnBrk="0" hangingPunct="1">
        <a:defRPr sz="1800" kern="1200">
          <a:solidFill>
            <a:srgbClr val="22252B"/>
          </a:solidFill>
          <a:latin typeface="+mn-lt"/>
          <a:ea typeface="+mn-ea"/>
          <a:cs typeface="+mn-cs"/>
        </a:defRPr>
      </a:lvl6pPr>
      <a:lvl7pPr marL="2743200" algn="l" defTabSz="914400" rtl="0" eaLnBrk="1" latinLnBrk="0" hangingPunct="1">
        <a:defRPr sz="1800" kern="1200">
          <a:solidFill>
            <a:srgbClr val="22252B"/>
          </a:solidFill>
          <a:latin typeface="+mn-lt"/>
          <a:ea typeface="+mn-ea"/>
          <a:cs typeface="+mn-cs"/>
        </a:defRPr>
      </a:lvl7pPr>
      <a:lvl8pPr marL="3200400" algn="l" defTabSz="914400" rtl="0" eaLnBrk="1" latinLnBrk="0" hangingPunct="1">
        <a:defRPr sz="1800" kern="1200">
          <a:solidFill>
            <a:srgbClr val="22252B"/>
          </a:solidFill>
          <a:latin typeface="+mn-lt"/>
          <a:ea typeface="+mn-ea"/>
          <a:cs typeface="+mn-cs"/>
        </a:defRPr>
      </a:lvl8pPr>
      <a:lvl9pPr marL="3657600" algn="l" defTabSz="914400" rtl="0" eaLnBrk="1" latinLnBrk="0" hangingPunct="1">
        <a:defRPr sz="1800" kern="1200">
          <a:solidFill>
            <a:srgbClr val="22252B"/>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25E1E-87C2-0D09-EA7B-BD0083B90240}"/>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CE128A1-44DE-E7C0-126C-E42A29DD9B66}"/>
              </a:ext>
            </a:extLst>
          </p:cNvPr>
          <p:cNvSpPr txBox="1"/>
          <p:nvPr/>
        </p:nvSpPr>
        <p:spPr>
          <a:xfrm>
            <a:off x="1016000" y="2476500"/>
            <a:ext cx="10160000" cy="1057212"/>
          </a:xfrm>
          <a:prstGeom prst="rect">
            <a:avLst/>
          </a:prstGeom>
          <a:noFill/>
        </p:spPr>
        <p:txBody>
          <a:bodyPr wrap="square" rtlCol="0" anchor="ctr">
            <a:spAutoFit/>
          </a:bodyPr>
          <a:lstStyle/>
          <a:p>
            <a:pPr algn="ctr">
              <a:lnSpc>
                <a:spcPct val="95000"/>
              </a:lnSpc>
            </a:pPr>
            <a:r>
              <a:rPr lang="en-US" sz="6600" b="0" dirty="0">
                <a:solidFill>
                  <a:srgbClr val="22252B"/>
                </a:solidFill>
                <a:latin typeface="+mj-lt"/>
              </a:rPr>
              <a:t>Oh Be Lifted</a:t>
            </a:r>
          </a:p>
        </p:txBody>
      </p:sp>
      <p:sp>
        <p:nvSpPr>
          <p:cNvPr id="90" name="Accent Rule"/>
          <p:cNvSpPr/>
          <p:nvPr/>
        </p:nvSpPr>
        <p:spPr>
          <a:xfrm>
            <a:off x="4826000" y="4381500"/>
            <a:ext cx="2540000" cy="19050"/>
          </a:xfrm>
          <a:prstGeom prst="rect">
            <a:avLst/>
          </a:prstGeom>
          <a:solidFill>
            <a:srgbClr val="A67C4E"/>
          </a:solidFill>
          <a:ln>
            <a:noFill/>
          </a:ln>
        </p:spPr>
        <p:txBody>
          <a:bodyPr/>
          <a:lstStyle/>
          <a:p>
            <a:endParaRPr/>
          </a:p>
        </p:txBody>
      </p:sp>
    </p:spTree>
    <p:extLst>
      <p:ext uri="{BB962C8B-B14F-4D97-AF65-F5344CB8AC3E}">
        <p14:creationId xmlns:p14="http://schemas.microsoft.com/office/powerpoint/2010/main" val="2554717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58A40-96B9-20E7-B8F7-AEF00BB821E4}"/>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C7BFBCA3-CEF2-6537-844B-DA73E33D07E4}"/>
              </a:ext>
            </a:extLst>
          </p:cNvPr>
          <p:cNvSpPr>
            <a:spLocks noGrp="1" noChangeArrowheads="1"/>
          </p:cNvSpPr>
          <p:nvPr>
            <p:ph type="ctrTitle"/>
          </p:nvPr>
        </p:nvSpPr>
        <p:spPr>
          <a:xfrm>
            <a:off x="762000" y="762000"/>
            <a:ext cx="10668000" cy="5334000"/>
          </a:xfrm>
        </p:spPr>
        <p:txBody>
          <a:bodyPr wrap="square" lIns="91440" tIns="45720" rIns="91440" bIns="45720" anchor="ctr">
            <a:normAutofit fontScale="90000"/>
          </a:bodyPr>
          <a:lstStyle/>
          <a:p>
            <a:pPr algn="ctr">
              <a:lnSpc>
                <a:spcPct val="130000"/>
              </a:lnSpc>
            </a:pPr>
            <a:r>
              <a:rPr lang="en-US" altLang="zh-CN" sz="4000" b="0" dirty="0">
                <a:solidFill>
                  <a:srgbClr val="22252B"/>
                </a:solidFill>
                <a:latin typeface="+mj-lt"/>
              </a:rPr>
              <a:t>Oh be lifted, above all other gods</a:t>
            </a:r>
            <a:br>
              <a:rPr lang="en-US" altLang="zh-CN" sz="4000" b="0" dirty="0">
                <a:solidFill>
                  <a:srgbClr val="22252B"/>
                </a:solidFill>
                <a:latin typeface="+mj-lt"/>
              </a:rPr>
            </a:br>
            <a:r>
              <a:rPr lang="en-US" altLang="zh-CN" sz="4000" b="0" dirty="0">
                <a:solidFill>
                  <a:srgbClr val="22252B"/>
                </a:solidFill>
                <a:latin typeface="+mj-lt"/>
              </a:rPr>
              <a:t>We lay our crowns and worship You</a:t>
            </a:r>
            <a:br>
              <a:rPr lang="en-US" altLang="zh-CN" sz="4000" b="0" dirty="0">
                <a:solidFill>
                  <a:srgbClr val="22252B"/>
                </a:solidFill>
                <a:latin typeface="+mj-lt"/>
              </a:rPr>
            </a:br>
            <a:br>
              <a:rPr lang="en-US" altLang="zh-CN" sz="4000" b="0" dirty="0">
                <a:solidFill>
                  <a:srgbClr val="22252B"/>
                </a:solidFill>
                <a:latin typeface="+mj-lt"/>
              </a:rPr>
            </a:br>
            <a:r>
              <a:rPr lang="en-US" altLang="zh-CN" sz="4000" b="0" dirty="0">
                <a:solidFill>
                  <a:srgbClr val="22252B"/>
                </a:solidFill>
                <a:latin typeface="+mj-lt"/>
              </a:rPr>
              <a:t>All Glorious God, we praise Your Name</a:t>
            </a:r>
            <a:br>
              <a:rPr lang="en-US" altLang="zh-CN" sz="4000" b="0" dirty="0">
                <a:solidFill>
                  <a:srgbClr val="22252B"/>
                </a:solidFill>
                <a:latin typeface="+mj-lt"/>
              </a:rPr>
            </a:br>
            <a:r>
              <a:rPr lang="en-US" altLang="zh-CN" sz="4000" b="0" dirty="0">
                <a:solidFill>
                  <a:srgbClr val="22252B"/>
                </a:solidFill>
                <a:latin typeface="+mj-lt"/>
              </a:rPr>
              <a:t>We lay our crowns and worship You</a:t>
            </a:r>
            <a:br>
              <a:rPr lang="en-US" altLang="zh-CN" sz="4000" b="0" dirty="0">
                <a:solidFill>
                  <a:srgbClr val="22252B"/>
                </a:solidFill>
                <a:latin typeface="+mj-lt"/>
              </a:rPr>
            </a:br>
            <a:br>
              <a:rPr lang="en-US" altLang="zh-CN" sz="4000" b="0" dirty="0">
                <a:solidFill>
                  <a:srgbClr val="22252B"/>
                </a:solidFill>
                <a:latin typeface="+mj-lt"/>
              </a:rPr>
            </a:br>
            <a:r>
              <a:rPr lang="en-US" altLang="zh-CN" sz="4000" b="0" dirty="0">
                <a:solidFill>
                  <a:srgbClr val="22252B"/>
                </a:solidFill>
                <a:latin typeface="+mj-lt"/>
              </a:rPr>
              <a:t>We lay our crowns and worship You</a:t>
            </a:r>
          </a:p>
        </p:txBody>
      </p:sp>
      <p:sp>
        <p:nvSpPr>
          <p:cNvPr id="2" name="Subtitle 1">
            <a:extLst>
              <a:ext uri="{FF2B5EF4-FFF2-40B4-BE49-F238E27FC236}">
                <a16:creationId xmlns:a16="http://schemas.microsoft.com/office/drawing/2014/main" id="{F3D29272-AC5F-73A1-A3B4-08DCAF038B8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816282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F4163-2E66-ED63-C6E9-67A6DEAF446B}"/>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BEF91051-3012-2E21-361F-ABE5C0E23D87}"/>
              </a:ext>
            </a:extLst>
          </p:cNvPr>
          <p:cNvSpPr txBox="1"/>
          <p:nvPr/>
        </p:nvSpPr>
        <p:spPr>
          <a:xfrm>
            <a:off x="0" y="2476500"/>
            <a:ext cx="12192000" cy="1057212"/>
          </a:xfrm>
          <a:prstGeom prst="rect">
            <a:avLst/>
          </a:prstGeom>
          <a:noFill/>
        </p:spPr>
        <p:txBody>
          <a:bodyPr wrap="square" rtlCol="0" anchor="ctr">
            <a:spAutoFit/>
          </a:bodyPr>
          <a:lstStyle/>
          <a:p>
            <a:pPr algn="ctr">
              <a:lnSpc>
                <a:spcPct val="95000"/>
              </a:lnSpc>
            </a:pPr>
            <a:r>
              <a:rPr lang="en-US" sz="6600" b="0" dirty="0">
                <a:solidFill>
                  <a:srgbClr val="22252B"/>
                </a:solidFill>
                <a:latin typeface="+mj-lt"/>
              </a:rPr>
              <a:t>We have come into this house</a:t>
            </a:r>
          </a:p>
        </p:txBody>
      </p:sp>
      <p:sp>
        <p:nvSpPr>
          <p:cNvPr id="90" name="Accent Rule">
            <a:extLst>
              <a:ext uri="{FF2B5EF4-FFF2-40B4-BE49-F238E27FC236}">
                <a16:creationId xmlns:a16="http://schemas.microsoft.com/office/drawing/2014/main" id="{A07DDE09-6197-3D5F-17C3-C3CAD72F45F5}"/>
              </a:ext>
            </a:extLst>
          </p:cNvPr>
          <p:cNvSpPr/>
          <p:nvPr/>
        </p:nvSpPr>
        <p:spPr>
          <a:xfrm>
            <a:off x="4826000" y="4381500"/>
            <a:ext cx="2540000" cy="19050"/>
          </a:xfrm>
          <a:prstGeom prst="rect">
            <a:avLst/>
          </a:prstGeom>
          <a:solidFill>
            <a:srgbClr val="A67C4E"/>
          </a:solidFill>
          <a:ln>
            <a:noFill/>
          </a:ln>
        </p:spPr>
        <p:txBody>
          <a:bodyPr/>
          <a:lstStyle/>
          <a:p>
            <a:endParaRPr/>
          </a:p>
        </p:txBody>
      </p:sp>
    </p:spTree>
    <p:extLst>
      <p:ext uri="{BB962C8B-B14F-4D97-AF65-F5344CB8AC3E}">
        <p14:creationId xmlns:p14="http://schemas.microsoft.com/office/powerpoint/2010/main" val="666985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00A08-4A97-A11B-B0AF-CC3862552101}"/>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45782087-E0E2-E58A-F594-43FA02253ADA}"/>
              </a:ext>
            </a:extLst>
          </p:cNvPr>
          <p:cNvSpPr>
            <a:spLocks noGrp="1" noChangeArrowheads="1"/>
          </p:cNvSpPr>
          <p:nvPr>
            <p:ph type="ctrTitle"/>
          </p:nvPr>
        </p:nvSpPr>
        <p:spPr>
          <a:xfrm>
            <a:off x="762000" y="762000"/>
            <a:ext cx="10668000" cy="5334000"/>
          </a:xfrm>
        </p:spPr>
        <p:txBody>
          <a:bodyPr wrap="square" lIns="91440" tIns="45720" rIns="91440" bIns="45720" anchor="ctr">
            <a:normAutofit/>
          </a:bodyPr>
          <a:lstStyle/>
          <a:p>
            <a:pPr algn="ctr">
              <a:lnSpc>
                <a:spcPct val="130000"/>
              </a:lnSpc>
            </a:pPr>
            <a:r>
              <a:rPr lang="en-US" altLang="zh-CN" sz="4000" b="0" dirty="0">
                <a:solidFill>
                  <a:srgbClr val="22252B"/>
                </a:solidFill>
                <a:latin typeface="+mj-lt"/>
              </a:rPr>
              <a:t>We have come into this house, we've gathered in His name, to worship Him. </a:t>
            </a:r>
            <a:br>
              <a:rPr lang="en-US" altLang="zh-CN" sz="4000" b="0" dirty="0">
                <a:solidFill>
                  <a:srgbClr val="22252B"/>
                </a:solidFill>
                <a:latin typeface="+mj-lt"/>
              </a:rPr>
            </a:br>
            <a:br>
              <a:rPr lang="en-US" altLang="zh-CN" sz="4000" b="0" dirty="0">
                <a:solidFill>
                  <a:srgbClr val="22252B"/>
                </a:solidFill>
                <a:latin typeface="+mj-lt"/>
              </a:rPr>
            </a:br>
            <a:r>
              <a:rPr lang="en-US" altLang="zh-CN" sz="4000" b="0" dirty="0">
                <a:solidFill>
                  <a:srgbClr val="22252B"/>
                </a:solidFill>
                <a:latin typeface="+mj-lt"/>
              </a:rPr>
              <a:t>We have come into this house, we've gathered in His name, to worship him.</a:t>
            </a:r>
          </a:p>
        </p:txBody>
      </p:sp>
      <p:sp>
        <p:nvSpPr>
          <p:cNvPr id="2" name="Subtitle 1">
            <a:extLst>
              <a:ext uri="{FF2B5EF4-FFF2-40B4-BE49-F238E27FC236}">
                <a16:creationId xmlns:a16="http://schemas.microsoft.com/office/drawing/2014/main" id="{256E5C36-CD8A-C23D-0BFB-07531226CA80}"/>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414753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B9079-68EC-945B-8E29-26F9BF928D23}"/>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9FAA2F90-300A-19D8-29E3-BFF06E69CC51}"/>
              </a:ext>
            </a:extLst>
          </p:cNvPr>
          <p:cNvSpPr>
            <a:spLocks noGrp="1" noChangeArrowheads="1"/>
          </p:cNvSpPr>
          <p:nvPr>
            <p:ph type="ctrTitle"/>
          </p:nvPr>
        </p:nvSpPr>
        <p:spPr>
          <a:xfrm>
            <a:off x="762000" y="762000"/>
            <a:ext cx="10668000" cy="5334000"/>
          </a:xfrm>
        </p:spPr>
        <p:txBody>
          <a:bodyPr wrap="square" lIns="91440" tIns="45720" rIns="91440" bIns="45720" anchor="ctr">
            <a:normAutofit fontScale="90000"/>
          </a:bodyPr>
          <a:lstStyle/>
          <a:p>
            <a:pPr algn="ctr">
              <a:lnSpc>
                <a:spcPct val="130000"/>
              </a:lnSpc>
            </a:pPr>
            <a:r>
              <a:rPr lang="en-US" altLang="zh-CN" sz="4000" b="0" dirty="0">
                <a:solidFill>
                  <a:srgbClr val="22252B"/>
                </a:solidFill>
                <a:latin typeface="+mj-lt"/>
              </a:rPr>
              <a:t> </a:t>
            </a:r>
            <a:br>
              <a:rPr lang="en-US" altLang="zh-CN" sz="4000" b="0" dirty="0">
                <a:solidFill>
                  <a:srgbClr val="22252B"/>
                </a:solidFill>
                <a:latin typeface="+mj-lt"/>
              </a:rPr>
            </a:br>
            <a:r>
              <a:rPr lang="en-US" altLang="zh-CN" sz="4000" b="0" dirty="0">
                <a:solidFill>
                  <a:srgbClr val="22252B"/>
                </a:solidFill>
                <a:latin typeface="+mj-lt"/>
              </a:rPr>
              <a:t>We have come into this house, and gathered in His name, to worship Christ the Lord;</a:t>
            </a:r>
            <a:br>
              <a:rPr lang="en-US" altLang="zh-CN" sz="4000" b="0" dirty="0">
                <a:solidFill>
                  <a:srgbClr val="22252B"/>
                </a:solidFill>
                <a:latin typeface="+mj-lt"/>
              </a:rPr>
            </a:br>
            <a:br>
              <a:rPr lang="en-US" altLang="zh-CN" sz="4000" b="0" dirty="0">
                <a:solidFill>
                  <a:srgbClr val="22252B"/>
                </a:solidFill>
                <a:latin typeface="+mj-lt"/>
              </a:rPr>
            </a:br>
            <a:r>
              <a:rPr lang="en-US" altLang="zh-CN" sz="4000" b="0" dirty="0">
                <a:solidFill>
                  <a:srgbClr val="22252B"/>
                </a:solidFill>
                <a:latin typeface="+mj-lt"/>
              </a:rPr>
              <a:t>Worship him,   Christ  the   Lord. </a:t>
            </a:r>
            <a:br>
              <a:rPr lang="en-US" altLang="zh-CN" sz="4000" b="0" dirty="0">
                <a:solidFill>
                  <a:srgbClr val="22252B"/>
                </a:solidFill>
                <a:latin typeface="+mj-lt"/>
              </a:rPr>
            </a:br>
            <a:br>
              <a:rPr lang="en-US" altLang="zh-CN" sz="4000" b="0" dirty="0">
                <a:solidFill>
                  <a:srgbClr val="22252B"/>
                </a:solidFill>
                <a:latin typeface="+mj-lt"/>
              </a:rPr>
            </a:br>
            <a:endParaRPr lang="en-US" altLang="zh-CN" sz="4000" b="0" dirty="0">
              <a:solidFill>
                <a:srgbClr val="22252B"/>
              </a:solidFill>
              <a:latin typeface="+mj-lt"/>
            </a:endParaRPr>
          </a:p>
        </p:txBody>
      </p:sp>
      <p:sp>
        <p:nvSpPr>
          <p:cNvPr id="2" name="Subtitle 1">
            <a:extLst>
              <a:ext uri="{FF2B5EF4-FFF2-40B4-BE49-F238E27FC236}">
                <a16:creationId xmlns:a16="http://schemas.microsoft.com/office/drawing/2014/main" id="{5DC13C9B-2DA5-0195-A41B-CACB3916ADC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915285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36B89-9134-2ADF-F0B8-6A6B52D4A35D}"/>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CEEE55F8-6B4D-A8CC-A727-A273F2413681}"/>
              </a:ext>
            </a:extLst>
          </p:cNvPr>
          <p:cNvSpPr>
            <a:spLocks noGrp="1" noChangeArrowheads="1"/>
          </p:cNvSpPr>
          <p:nvPr>
            <p:ph type="ctrTitle"/>
          </p:nvPr>
        </p:nvSpPr>
        <p:spPr>
          <a:xfrm>
            <a:off x="762000" y="762000"/>
            <a:ext cx="10668000" cy="5334000"/>
          </a:xfrm>
        </p:spPr>
        <p:txBody>
          <a:bodyPr wrap="square" lIns="91440" tIns="45720" rIns="91440" bIns="45720" anchor="ctr">
            <a:normAutofit/>
          </a:bodyPr>
          <a:lstStyle/>
          <a:p>
            <a:pPr algn="ctr">
              <a:lnSpc>
                <a:spcPct val="130000"/>
              </a:lnSpc>
            </a:pPr>
            <a:r>
              <a:rPr lang="en-US" altLang="zh-CN" sz="4000" b="0" dirty="0">
                <a:solidFill>
                  <a:srgbClr val="22252B"/>
                </a:solidFill>
                <a:latin typeface="+mj-lt"/>
              </a:rPr>
              <a:t>So forget about yourself, and concentrate on him, and worship him. </a:t>
            </a:r>
            <a:br>
              <a:rPr lang="en-US" altLang="zh-CN" sz="4000" b="0" dirty="0">
                <a:solidFill>
                  <a:srgbClr val="22252B"/>
                </a:solidFill>
                <a:latin typeface="+mj-lt"/>
              </a:rPr>
            </a:br>
            <a:br>
              <a:rPr lang="en-US" altLang="zh-CN" sz="4000" b="0" dirty="0">
                <a:solidFill>
                  <a:srgbClr val="22252B"/>
                </a:solidFill>
                <a:latin typeface="+mj-lt"/>
              </a:rPr>
            </a:br>
            <a:r>
              <a:rPr lang="en-US" altLang="zh-CN" sz="4000" b="0" dirty="0">
                <a:solidFill>
                  <a:srgbClr val="22252B"/>
                </a:solidFill>
                <a:latin typeface="+mj-lt"/>
              </a:rPr>
              <a:t>So forget about yourself, and concentrate on him, and worship him. </a:t>
            </a:r>
          </a:p>
        </p:txBody>
      </p:sp>
      <p:sp>
        <p:nvSpPr>
          <p:cNvPr id="2" name="Subtitle 1">
            <a:extLst>
              <a:ext uri="{FF2B5EF4-FFF2-40B4-BE49-F238E27FC236}">
                <a16:creationId xmlns:a16="http://schemas.microsoft.com/office/drawing/2014/main" id="{6261E027-2B4A-A5CA-2222-D5928FD8357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46880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9AAEB-AA3D-DE7C-04E4-007B7F4175DE}"/>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554C1680-1873-E263-AA75-FF7EF0ED3F9B}"/>
              </a:ext>
            </a:extLst>
          </p:cNvPr>
          <p:cNvSpPr>
            <a:spLocks noGrp="1" noChangeArrowheads="1"/>
          </p:cNvSpPr>
          <p:nvPr>
            <p:ph type="ctrTitle"/>
          </p:nvPr>
        </p:nvSpPr>
        <p:spPr>
          <a:xfrm>
            <a:off x="762000" y="762000"/>
            <a:ext cx="10668000" cy="5334000"/>
          </a:xfrm>
        </p:spPr>
        <p:txBody>
          <a:bodyPr wrap="square" lIns="91440" tIns="45720" rIns="91440" bIns="45720" anchor="ctr">
            <a:normAutofit/>
          </a:bodyPr>
          <a:lstStyle/>
          <a:p>
            <a:pPr algn="ctr">
              <a:lnSpc>
                <a:spcPct val="130000"/>
              </a:lnSpc>
            </a:pPr>
            <a:r>
              <a:rPr lang="en-US" altLang="zh-CN" sz="4000" b="0" dirty="0">
                <a:solidFill>
                  <a:srgbClr val="22252B"/>
                </a:solidFill>
                <a:latin typeface="+mj-lt"/>
              </a:rPr>
              <a:t>So forget about yourself, and concentrate on him, and worship Christ the Lord.</a:t>
            </a:r>
            <a:br>
              <a:rPr lang="en-US" altLang="zh-CN" sz="4000" b="0" dirty="0">
                <a:solidFill>
                  <a:srgbClr val="22252B"/>
                </a:solidFill>
                <a:latin typeface="+mj-lt"/>
              </a:rPr>
            </a:br>
            <a:br>
              <a:rPr lang="en-US" altLang="zh-CN" sz="4000" b="0" dirty="0">
                <a:solidFill>
                  <a:srgbClr val="22252B"/>
                </a:solidFill>
                <a:latin typeface="+mj-lt"/>
              </a:rPr>
            </a:br>
            <a:r>
              <a:rPr lang="en-US" altLang="zh-CN" sz="4000" b="0" dirty="0">
                <a:solidFill>
                  <a:srgbClr val="22252B"/>
                </a:solidFill>
                <a:latin typeface="+mj-lt"/>
              </a:rPr>
              <a:t>Worship him,   Christ  the   Lord.</a:t>
            </a:r>
          </a:p>
        </p:txBody>
      </p:sp>
      <p:sp>
        <p:nvSpPr>
          <p:cNvPr id="2" name="Subtitle 1">
            <a:extLst>
              <a:ext uri="{FF2B5EF4-FFF2-40B4-BE49-F238E27FC236}">
                <a16:creationId xmlns:a16="http://schemas.microsoft.com/office/drawing/2014/main" id="{48858526-F7AE-9329-4A7E-8F3364134938}"/>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14315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BF667-0E0C-CDA1-1842-C11A4CB06C55}"/>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496989EE-2040-B2A6-8CF4-3CEBFF273286}"/>
              </a:ext>
            </a:extLst>
          </p:cNvPr>
          <p:cNvSpPr txBox="1"/>
          <p:nvPr/>
        </p:nvSpPr>
        <p:spPr>
          <a:xfrm>
            <a:off x="0" y="2476500"/>
            <a:ext cx="12192000" cy="1057212"/>
          </a:xfrm>
          <a:prstGeom prst="rect">
            <a:avLst/>
          </a:prstGeom>
          <a:noFill/>
        </p:spPr>
        <p:txBody>
          <a:bodyPr wrap="square" rtlCol="0" anchor="ctr">
            <a:spAutoFit/>
          </a:bodyPr>
          <a:lstStyle/>
          <a:p>
            <a:pPr algn="ctr">
              <a:lnSpc>
                <a:spcPct val="95000"/>
              </a:lnSpc>
            </a:pPr>
            <a:r>
              <a:rPr lang="en-US" sz="6600" dirty="0">
                <a:solidFill>
                  <a:srgbClr val="22252B"/>
                </a:solidFill>
                <a:latin typeface="+mj-lt"/>
              </a:rPr>
              <a:t>Most High</a:t>
            </a:r>
            <a:endParaRPr lang="en-US" sz="6600" b="0" dirty="0">
              <a:solidFill>
                <a:srgbClr val="22252B"/>
              </a:solidFill>
              <a:latin typeface="+mj-lt"/>
            </a:endParaRPr>
          </a:p>
        </p:txBody>
      </p:sp>
      <p:sp>
        <p:nvSpPr>
          <p:cNvPr id="90" name="Accent Rule">
            <a:extLst>
              <a:ext uri="{FF2B5EF4-FFF2-40B4-BE49-F238E27FC236}">
                <a16:creationId xmlns:a16="http://schemas.microsoft.com/office/drawing/2014/main" id="{EF06EE51-BB3C-259B-C990-18A61FA4732B}"/>
              </a:ext>
            </a:extLst>
          </p:cNvPr>
          <p:cNvSpPr/>
          <p:nvPr/>
        </p:nvSpPr>
        <p:spPr>
          <a:xfrm>
            <a:off x="4826000" y="4381500"/>
            <a:ext cx="2540000" cy="19050"/>
          </a:xfrm>
          <a:prstGeom prst="rect">
            <a:avLst/>
          </a:prstGeom>
          <a:solidFill>
            <a:srgbClr val="A67C4E"/>
          </a:solidFill>
          <a:ln>
            <a:noFill/>
          </a:ln>
        </p:spPr>
        <p:txBody>
          <a:bodyPr/>
          <a:lstStyle/>
          <a:p>
            <a:endParaRPr/>
          </a:p>
        </p:txBody>
      </p:sp>
    </p:spTree>
    <p:extLst>
      <p:ext uri="{BB962C8B-B14F-4D97-AF65-F5344CB8AC3E}">
        <p14:creationId xmlns:p14="http://schemas.microsoft.com/office/powerpoint/2010/main" val="742433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F181D-0C79-0062-D32A-25E97AAE63A5}"/>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2FFA44D7-D33C-A036-BF77-97A7FA003C67}"/>
              </a:ext>
            </a:extLst>
          </p:cNvPr>
          <p:cNvSpPr>
            <a:spLocks noGrp="1" noChangeArrowheads="1"/>
          </p:cNvSpPr>
          <p:nvPr>
            <p:ph type="ctrTitle"/>
          </p:nvPr>
        </p:nvSpPr>
        <p:spPr>
          <a:xfrm>
            <a:off x="762000" y="762000"/>
            <a:ext cx="10668000" cy="5334000"/>
          </a:xfrm>
        </p:spPr>
        <p:txBody>
          <a:bodyPr wrap="square" lIns="91440" tIns="45720" rIns="91440" bIns="45720" anchor="ctr">
            <a:normAutofit/>
          </a:bodyPr>
          <a:lstStyle/>
          <a:p>
            <a:pPr algn="ctr">
              <a:lnSpc>
                <a:spcPct val="130000"/>
              </a:lnSpc>
            </a:pPr>
            <a:r>
              <a:rPr lang="en-US" altLang="zh-CN" sz="4000" b="0" dirty="0">
                <a:solidFill>
                  <a:srgbClr val="22252B"/>
                </a:solidFill>
                <a:latin typeface="+mj-lt"/>
              </a:rPr>
              <a:t>Jehovah eh </a:t>
            </a:r>
            <a:r>
              <a:rPr lang="en-US" altLang="zh-CN" sz="4000" b="0" dirty="0" err="1">
                <a:solidFill>
                  <a:srgbClr val="22252B"/>
                </a:solidFill>
                <a:latin typeface="+mj-lt"/>
              </a:rPr>
              <a:t>eh</a:t>
            </a:r>
            <a:br>
              <a:rPr lang="en-US" altLang="zh-CN" sz="4000" b="0" dirty="0">
                <a:solidFill>
                  <a:srgbClr val="22252B"/>
                </a:solidFill>
                <a:latin typeface="+mj-lt"/>
              </a:rPr>
            </a:br>
            <a:r>
              <a:rPr lang="en-US" altLang="zh-CN" sz="4000" b="0" dirty="0">
                <a:solidFill>
                  <a:srgbClr val="22252B"/>
                </a:solidFill>
                <a:latin typeface="+mj-lt"/>
              </a:rPr>
              <a:t>Jehovah ah </a:t>
            </a:r>
            <a:r>
              <a:rPr lang="en-US" altLang="zh-CN" sz="4000" b="0" dirty="0" err="1">
                <a:solidFill>
                  <a:srgbClr val="22252B"/>
                </a:solidFill>
                <a:latin typeface="+mj-lt"/>
              </a:rPr>
              <a:t>ah</a:t>
            </a:r>
            <a:r>
              <a:rPr lang="en-US" altLang="zh-CN" sz="4000" b="0" dirty="0">
                <a:solidFill>
                  <a:srgbClr val="22252B"/>
                </a:solidFill>
                <a:latin typeface="+mj-lt"/>
              </a:rPr>
              <a:t> (come on, come on, come on, where are my worshippers?)</a:t>
            </a:r>
            <a:br>
              <a:rPr lang="en-US" altLang="zh-CN" sz="4000" b="0" dirty="0">
                <a:solidFill>
                  <a:srgbClr val="22252B"/>
                </a:solidFill>
                <a:latin typeface="+mj-lt"/>
              </a:rPr>
            </a:br>
            <a:br>
              <a:rPr lang="en-US" altLang="zh-CN" sz="4000" b="0" dirty="0">
                <a:solidFill>
                  <a:srgbClr val="22252B"/>
                </a:solidFill>
                <a:latin typeface="+mj-lt"/>
              </a:rPr>
            </a:br>
            <a:r>
              <a:rPr lang="en-US" altLang="zh-CN" sz="4000" b="0" dirty="0">
                <a:solidFill>
                  <a:srgbClr val="22252B"/>
                </a:solidFill>
                <a:latin typeface="+mj-lt"/>
              </a:rPr>
              <a:t>Jehovah eh </a:t>
            </a:r>
            <a:r>
              <a:rPr lang="en-US" altLang="zh-CN" sz="4000" b="0" dirty="0" err="1">
                <a:solidFill>
                  <a:srgbClr val="22252B"/>
                </a:solidFill>
                <a:latin typeface="+mj-lt"/>
              </a:rPr>
              <a:t>eh</a:t>
            </a:r>
            <a:r>
              <a:rPr lang="en-US" altLang="zh-CN" sz="4000" b="0" dirty="0">
                <a:solidFill>
                  <a:srgbClr val="22252B"/>
                </a:solidFill>
                <a:latin typeface="+mj-lt"/>
              </a:rPr>
              <a:t> (eh!)</a:t>
            </a:r>
            <a:br>
              <a:rPr lang="en-US" altLang="zh-CN" sz="4000" b="0" dirty="0">
                <a:solidFill>
                  <a:srgbClr val="22252B"/>
                </a:solidFill>
                <a:latin typeface="+mj-lt"/>
              </a:rPr>
            </a:br>
            <a:r>
              <a:rPr lang="en-US" altLang="zh-CN" sz="4000" b="0" dirty="0">
                <a:solidFill>
                  <a:srgbClr val="22252B"/>
                </a:solidFill>
                <a:latin typeface="+mj-lt"/>
              </a:rPr>
              <a:t>Jehovah ah </a:t>
            </a:r>
            <a:r>
              <a:rPr lang="en-US" altLang="zh-CN" sz="4000" b="0" dirty="0" err="1">
                <a:solidFill>
                  <a:srgbClr val="22252B"/>
                </a:solidFill>
                <a:latin typeface="+mj-lt"/>
              </a:rPr>
              <a:t>ah</a:t>
            </a:r>
            <a:r>
              <a:rPr lang="en-US" altLang="zh-CN" sz="4000" b="0" dirty="0">
                <a:solidFill>
                  <a:srgbClr val="22252B"/>
                </a:solidFill>
                <a:latin typeface="+mj-lt"/>
              </a:rPr>
              <a:t> (Jehovah eh)</a:t>
            </a:r>
          </a:p>
        </p:txBody>
      </p:sp>
      <p:sp>
        <p:nvSpPr>
          <p:cNvPr id="2" name="Subtitle 1">
            <a:extLst>
              <a:ext uri="{FF2B5EF4-FFF2-40B4-BE49-F238E27FC236}">
                <a16:creationId xmlns:a16="http://schemas.microsoft.com/office/drawing/2014/main" id="{71E4245F-543A-FB08-25BD-0C56B08D80F6}"/>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05516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7E293-8B9E-58F1-1FAD-A048A61AEA91}"/>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DDD09F2D-AD54-C6E2-BCF9-959FCFA961F5}"/>
              </a:ext>
            </a:extLst>
          </p:cNvPr>
          <p:cNvSpPr>
            <a:spLocks noGrp="1" noChangeArrowheads="1"/>
          </p:cNvSpPr>
          <p:nvPr>
            <p:ph type="ctrTitle"/>
          </p:nvPr>
        </p:nvSpPr>
        <p:spPr>
          <a:xfrm>
            <a:off x="762000" y="762000"/>
            <a:ext cx="10668000" cy="5334000"/>
          </a:xfrm>
        </p:spPr>
        <p:txBody>
          <a:bodyPr wrap="square" lIns="91440" tIns="45720" rIns="91440" bIns="45720" anchor="ctr">
            <a:normAutofit/>
          </a:bodyPr>
          <a:lstStyle/>
          <a:p>
            <a:pPr algn="ctr">
              <a:lnSpc>
                <a:spcPct val="130000"/>
              </a:lnSpc>
            </a:pPr>
            <a:r>
              <a:rPr lang="en-US" altLang="zh-CN" sz="4000" b="0" dirty="0">
                <a:solidFill>
                  <a:srgbClr val="22252B"/>
                </a:solidFill>
                <a:latin typeface="+mj-lt"/>
              </a:rPr>
              <a:t>Jehovah</a:t>
            </a:r>
            <a:br>
              <a:rPr lang="en-US" altLang="zh-CN" sz="4000" b="0" dirty="0">
                <a:solidFill>
                  <a:srgbClr val="22252B"/>
                </a:solidFill>
                <a:latin typeface="+mj-lt"/>
              </a:rPr>
            </a:br>
            <a:r>
              <a:rPr lang="en-US" altLang="zh-CN" sz="4000" b="0" dirty="0">
                <a:solidFill>
                  <a:srgbClr val="22252B"/>
                </a:solidFill>
                <a:latin typeface="+mj-lt"/>
              </a:rPr>
              <a:t>You are the Most High</a:t>
            </a:r>
            <a:br>
              <a:rPr lang="en-US" altLang="zh-CN" sz="4000" b="0" dirty="0">
                <a:solidFill>
                  <a:srgbClr val="22252B"/>
                </a:solidFill>
                <a:latin typeface="+mj-lt"/>
              </a:rPr>
            </a:br>
            <a:br>
              <a:rPr lang="en-US" altLang="zh-CN" sz="4000" b="0" dirty="0">
                <a:solidFill>
                  <a:srgbClr val="22252B"/>
                </a:solidFill>
                <a:latin typeface="+mj-lt"/>
              </a:rPr>
            </a:br>
            <a:r>
              <a:rPr lang="en-US" altLang="zh-CN" sz="4000" b="0" dirty="0">
                <a:solidFill>
                  <a:srgbClr val="22252B"/>
                </a:solidFill>
                <a:latin typeface="+mj-lt"/>
              </a:rPr>
              <a:t>Jehovah</a:t>
            </a:r>
            <a:br>
              <a:rPr lang="en-US" altLang="zh-CN" sz="4000" b="0" dirty="0">
                <a:solidFill>
                  <a:srgbClr val="22252B"/>
                </a:solidFill>
                <a:latin typeface="+mj-lt"/>
              </a:rPr>
            </a:br>
            <a:r>
              <a:rPr lang="en-US" altLang="zh-CN" sz="4000" b="0" dirty="0">
                <a:solidFill>
                  <a:srgbClr val="22252B"/>
                </a:solidFill>
                <a:latin typeface="+mj-lt"/>
              </a:rPr>
              <a:t>You are the Most High God</a:t>
            </a:r>
          </a:p>
        </p:txBody>
      </p:sp>
      <p:sp>
        <p:nvSpPr>
          <p:cNvPr id="2" name="Subtitle 1">
            <a:extLst>
              <a:ext uri="{FF2B5EF4-FFF2-40B4-BE49-F238E27FC236}">
                <a16:creationId xmlns:a16="http://schemas.microsoft.com/office/drawing/2014/main" id="{B083EF0C-FFE0-C307-9572-AE8D73E443B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69352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F9708-EA88-5E33-8B20-A207DBDEDDB4}"/>
            </a:ext>
          </a:extLst>
        </p:cNvPr>
        <p:cNvGrpSpPr/>
        <p:nvPr/>
      </p:nvGrpSpPr>
      <p:grpSpPr>
        <a:xfrm>
          <a:off x="0" y="0"/>
          <a:ext cx="0" cy="0"/>
          <a:chOff x="0" y="0"/>
          <a:chExt cx="0" cy="0"/>
        </a:xfrm>
      </p:grpSpPr>
      <p:sp>
        <p:nvSpPr>
          <p:cNvPr id="4098" name="Rectangle 2">
            <a:extLst>
              <a:ext uri="{FF2B5EF4-FFF2-40B4-BE49-F238E27FC236}">
                <a16:creationId xmlns:a16="http://schemas.microsoft.com/office/drawing/2014/main" id="{68FFEBE2-93D5-68DD-65AC-3D3219851F09}"/>
              </a:ext>
            </a:extLst>
          </p:cNvPr>
          <p:cNvSpPr>
            <a:spLocks noGrp="1" noChangeArrowheads="1"/>
          </p:cNvSpPr>
          <p:nvPr>
            <p:ph type="ctrTitle"/>
          </p:nvPr>
        </p:nvSpPr>
        <p:spPr>
          <a:xfrm>
            <a:off x="141668" y="762000"/>
            <a:ext cx="11925836" cy="5334000"/>
          </a:xfrm>
        </p:spPr>
        <p:txBody>
          <a:bodyPr wrap="square" lIns="91440" tIns="45720" rIns="91440" bIns="45720" anchor="ctr">
            <a:normAutofit/>
          </a:bodyPr>
          <a:lstStyle/>
          <a:p>
            <a:pPr algn="ctr">
              <a:lnSpc>
                <a:spcPct val="130000"/>
              </a:lnSpc>
            </a:pPr>
            <a:r>
              <a:rPr lang="en-US" altLang="zh-CN" sz="4000" b="0" dirty="0">
                <a:solidFill>
                  <a:srgbClr val="22252B"/>
                </a:solidFill>
                <a:latin typeface="+mj-lt"/>
              </a:rPr>
              <a:t>Yahweh, Rafa, Elohim, Shaddai, </a:t>
            </a:r>
            <a:r>
              <a:rPr lang="en-US" altLang="zh-CN" sz="4000" b="0" dirty="0" err="1">
                <a:solidFill>
                  <a:srgbClr val="22252B"/>
                </a:solidFill>
                <a:latin typeface="+mj-lt"/>
              </a:rPr>
              <a:t>jireh</a:t>
            </a:r>
            <a:r>
              <a:rPr lang="en-US" altLang="zh-CN" sz="4000" b="0" dirty="0">
                <a:solidFill>
                  <a:srgbClr val="22252B"/>
                </a:solidFill>
                <a:latin typeface="+mj-lt"/>
              </a:rPr>
              <a:t>, Adonai, is manifesting now </a:t>
            </a:r>
            <a:br>
              <a:rPr lang="en-US" altLang="zh-CN" sz="4000" b="0" dirty="0">
                <a:solidFill>
                  <a:srgbClr val="22252B"/>
                </a:solidFill>
                <a:latin typeface="+mj-lt"/>
              </a:rPr>
            </a:br>
            <a:br>
              <a:rPr lang="en-US" altLang="zh-CN" sz="4000" b="0" dirty="0">
                <a:solidFill>
                  <a:srgbClr val="22252B"/>
                </a:solidFill>
                <a:latin typeface="+mj-lt"/>
              </a:rPr>
            </a:br>
            <a:r>
              <a:rPr lang="en-US" altLang="zh-CN" sz="4000" b="0" dirty="0">
                <a:solidFill>
                  <a:srgbClr val="22252B"/>
                </a:solidFill>
                <a:latin typeface="+mj-lt"/>
              </a:rPr>
              <a:t>Yahweh, Rafa, Elohim, Shaddai, Jireh, Adonai, is manifesting now</a:t>
            </a:r>
          </a:p>
        </p:txBody>
      </p:sp>
    </p:spTree>
    <p:extLst>
      <p:ext uri="{BB962C8B-B14F-4D97-AF65-F5344CB8AC3E}">
        <p14:creationId xmlns:p14="http://schemas.microsoft.com/office/powerpoint/2010/main" val="688190297"/>
      </p:ext>
    </p:extLst>
  </p:cSld>
  <p:clrMapOvr>
    <a:masterClrMapping/>
  </p:clrMapOvr>
</p:sld>
</file>

<file path=ppt/theme/theme1.xml><?xml version="1.0" encoding="utf-8"?>
<a:theme xmlns:a="http://schemas.openxmlformats.org/drawingml/2006/main" name="Office Theme [1788583610779]">
  <a:themeElements>
    <a:clrScheme name="Office">
      <a:dk1>
        <a:srgbClr val="22252B"/>
      </a:dk1>
      <a:lt1>
        <a:srgbClr val="F7F4EE"/>
      </a:lt1>
      <a:dk2>
        <a:srgbClr val="3E4148"/>
      </a:dk2>
      <a:lt2>
        <a:srgbClr val="EAE4D9"/>
      </a:lt2>
      <a:accent1>
        <a:srgbClr val="A67C4E"/>
      </a:accent1>
      <a:accent2>
        <a:srgbClr val="7B5E3B"/>
      </a:accent2>
      <a:accent3>
        <a:srgbClr val="22252B"/>
      </a:accent3>
      <a:accent4>
        <a:srgbClr val="4A5A55"/>
      </a:accent4>
      <a:accent5>
        <a:srgbClr val="8C8577"/>
      </a:accent5>
      <a:accent6>
        <a:srgbClr val="5C4A34"/>
      </a:accent6>
      <a:hlink>
        <a:srgbClr val="467886"/>
      </a:hlink>
      <a:folHlink>
        <a:srgbClr val="96607D"/>
      </a:folHlink>
    </a:clrScheme>
    <a:fontScheme name="Office">
      <a:majorFont>
        <a:latin typeface="Segoe UI Semibold"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D4D7326-B3D1-493E-9577-12BF0BA55D4A}">
  <we:reference id="wa200010001" version="1.0.0.1" store="en-US" storeType="OMEX"/>
  <we:alternateReferences>
    <we:reference id="WA200010001" version="1.0.0.1" store="" storeType="OMEX"/>
  </we:alternateReferences>
  <we:properties>
    <we:property name="claude.fileId" value="&quot;3a76c67d-20e4-4e14-adff-43c8c6e86c3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33</TotalTime>
  <Words>264</Words>
  <Application>Microsoft Office PowerPoint</Application>
  <PresentationFormat>Widescreen</PresentationFormat>
  <Paragraphs>11</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Segoe UI</vt:lpstr>
      <vt:lpstr>Segoe UI Semibold</vt:lpstr>
      <vt:lpstr>Office Theme [1788583610779]</vt:lpstr>
      <vt:lpstr>PowerPoint Presentation</vt:lpstr>
      <vt:lpstr>Oh be lifted, above all other gods We lay our crowns and worship You  All Glorious God, we praise Your Name We lay our crowns and worship You  We lay our crowns and worship You</vt:lpstr>
      <vt:lpstr>PowerPoint Presentation</vt:lpstr>
      <vt:lpstr>We have come into this house, we've gathered in His name, to worship Him.   We have come into this house, we've gathered in His name, to worship him.</vt:lpstr>
      <vt:lpstr>  We have come into this house, and gathered in His name, to worship Christ the Lord;  Worship him,   Christ  the   Lord.   </vt:lpstr>
      <vt:lpstr>So forget about yourself, and concentrate on him, and worship him.   So forget about yourself, and concentrate on him, and worship him. </vt:lpstr>
      <vt:lpstr>So forget about yourself, and concentrate on him, and worship Christ the Lord.  Worship him,   Christ  the   Lord.</vt:lpstr>
      <vt:lpstr>PowerPoint Presentation</vt:lpstr>
      <vt:lpstr>Jehovah eh eh Jehovah ah ah (come on, come on, come on, where are my worshippers?)  Jehovah eh eh (eh!) Jehovah ah ah (Jehovah eh)</vt:lpstr>
      <vt:lpstr>Jehovah You are the Most High  Jehovah You are the Most High God</vt:lpstr>
      <vt:lpstr>Yahweh, Rafa, Elohim, Shaddai, jireh, Adonai, is manifesting now   Yahweh, Rafa, Elohim, Shaddai, Jireh, Adonai, is manifesting now</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WESTLAKE HIF</dc:creator>
  <cp:lastModifiedBy>Media HIF</cp:lastModifiedBy>
  <cp:revision>2</cp:revision>
  <dcterms:created xsi:type="dcterms:W3CDTF">2025-02-14T08:11:10Z</dcterms:created>
  <dcterms:modified xsi:type="dcterms:W3CDTF">2026-09-05T05:07:24Z</dcterms:modified>
</cp:coreProperties>
</file>